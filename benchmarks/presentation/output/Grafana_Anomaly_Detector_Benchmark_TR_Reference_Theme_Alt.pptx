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Eval duration (s)</c:v>
                </c:pt>
              </c:strCache>
            </c:strRef>
          </c:tx>
          <c:spPr>
            <a:solidFill>
              <a:srgbClr val="76B5D8"/>
            </a:solidFill>
            <a:ln w="27940" cap="flat">
              <a:solidFill>
                <a:srgbClr val="76B5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6B5D8"/>
              </a:solidFill>
              <a:ln w="9525" cap="flat">
                <a:solidFill>
                  <a:srgbClr val="76B5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75</c:v>
                  </c:pt>
                  <c:pt idx="1">
                    <c:v>100</c:v>
                  </c:pt>
                  <c:pt idx="2">
                    <c:v>150</c:v>
                  </c:pt>
                  <c:pt idx="3">
                    <c:v>200</c:v>
                  </c:pt>
                  <c:pt idx="4">
                    <c:v>300</c:v>
                  </c:pt>
                  <c:pt idx="5">
                    <c:v>400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0.189857</c:v>
                </c:pt>
                <c:pt idx="1">
                  <c:v>0.243183</c:v>
                </c:pt>
                <c:pt idx="2">
                  <c:v>0.382123</c:v>
                </c:pt>
                <c:pt idx="3">
                  <c:v>0.527709</c:v>
                </c:pt>
                <c:pt idx="4">
                  <c:v>0.913882</c:v>
                </c:pt>
                <c:pt idx="5">
                  <c:v>1.020447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11740896" cy="6345936"/>
          </a:xfrm>
          <a:prstGeom prst="roundRect">
            <a:avLst>
              <a:gd name="adj" fmla="val 1729"/>
            </a:avLst>
          </a:prstGeom>
          <a:solidFill>
            <a:srgbClr val="15181F"/>
          </a:solidFill>
          <a:ln w="15240">
            <a:solidFill>
              <a:srgbClr val="515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91440"/>
            <a:ext cx="3108960" cy="1463040"/>
          </a:xfrm>
          <a:prstGeom prst="ellipse">
            <a:avLst/>
          </a:prstGeom>
          <a:solidFill>
            <a:srgbClr val="242A33">
              <a:alpha val="46000"/>
            </a:srgbClr>
          </a:solidFill>
          <a:ln w="12700">
            <a:solidFill>
              <a:srgbClr val="15181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983480"/>
            <a:ext cx="2926080" cy="1554480"/>
          </a:xfrm>
          <a:prstGeom prst="ellipse">
            <a:avLst/>
          </a:prstGeom>
          <a:solidFill>
            <a:srgbClr val="242A33">
              <a:alpha val="38000"/>
            </a:srgbClr>
          </a:solidFill>
          <a:ln w="12700">
            <a:solidFill>
              <a:srgbClr val="15181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530352"/>
            <a:ext cx="7955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4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Grafana Anomaly Detector: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7F4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Sonuclarinin Alternatif Sunumu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Referans deck'in gorsel standardini koruyan; daha sakin, daha net ve gercek Grafana / Elastic ekranlariyla ilerleyen alternatif akis.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46520" y="2798064"/>
            <a:ext cx="4828032" cy="2542032"/>
          </a:xfrm>
          <a:prstGeom prst="roundRect">
            <a:avLst>
              <a:gd name="adj" fmla="val 2878"/>
            </a:avLst>
          </a:prstGeom>
          <a:solidFill>
            <a:srgbClr val="1A1F27"/>
          </a:solidFill>
          <a:ln w="13970">
            <a:solidFill>
              <a:srgbClr val="515B6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pic>
        <p:nvPicPr>
          <p:cNvPr id="8" name="Image 0" descr="C:\Users\alpas\Documents\CodexSample\grafana-anomaly-lab\benchmarks\presentation\assets\screenshots\grafana-multi-metric-premium.png">    </p:cNvPr>
          <p:cNvPicPr>
            <a:picLocks noChangeAspect="1"/>
          </p:cNvPicPr>
          <p:nvPr/>
        </p:nvPicPr>
        <p:blipFill>
          <a:blip r:embed="rId1"/>
          <a:srcRect l="0" r="0" t="20361" b="20361"/>
          <a:stretch/>
        </p:blipFill>
        <p:spPr>
          <a:xfrm>
            <a:off x="6583680" y="2907792"/>
            <a:ext cx="4553712" cy="224942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6656" y="5614416"/>
            <a:ext cx="3108960" cy="384048"/>
          </a:xfrm>
          <a:prstGeom prst="roundRect">
            <a:avLst>
              <a:gd name="adj" fmla="val 11905"/>
            </a:avLst>
          </a:prstGeom>
          <a:solidFill>
            <a:srgbClr val="1A1F27"/>
          </a:solidFill>
          <a:ln w="12700">
            <a:solidFill>
              <a:srgbClr val="515B6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724144"/>
            <a:ext cx="2788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Gercek dataset ve gercek ekran karsilastirmalari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642823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Anomaly Detector | Benchmark alternatif tema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384280" y="6409944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11740896" cy="6345936"/>
          </a:xfrm>
          <a:prstGeom prst="roundRect">
            <a:avLst>
              <a:gd name="adj" fmla="val 1729"/>
            </a:avLst>
          </a:prstGeom>
          <a:solidFill>
            <a:srgbClr val="15181F"/>
          </a:solidFill>
          <a:ln w="15240">
            <a:solidFill>
              <a:srgbClr val="515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91440"/>
            <a:ext cx="3108960" cy="1463040"/>
          </a:xfrm>
          <a:prstGeom prst="ellipse">
            <a:avLst/>
          </a:prstGeom>
          <a:solidFill>
            <a:srgbClr val="242A33">
              <a:alpha val="46000"/>
            </a:srgbClr>
          </a:solidFill>
          <a:ln w="12700">
            <a:solidFill>
              <a:srgbClr val="15181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983480"/>
            <a:ext cx="2926080" cy="1554480"/>
          </a:xfrm>
          <a:prstGeom prst="ellipse">
            <a:avLst/>
          </a:prstGeom>
          <a:solidFill>
            <a:srgbClr val="242A33">
              <a:alpha val="38000"/>
            </a:srgbClr>
          </a:solidFill>
          <a:ln w="12700">
            <a:solidFill>
              <a:srgbClr val="15181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685800"/>
            <a:ext cx="5468112" cy="2514600"/>
          </a:xfrm>
          <a:prstGeom prst="roundRect">
            <a:avLst>
              <a:gd name="adj" fmla="val 2909"/>
            </a:avLst>
          </a:prstGeom>
          <a:solidFill>
            <a:srgbClr val="20262F"/>
          </a:solidFill>
          <a:ln w="13970">
            <a:solidFill>
              <a:srgbClr val="515B6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850392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Fonksiyonel kalite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6072" y="1344168"/>
            <a:ext cx="5138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6C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 / 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30936" y="2487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Labeled benchmark senaryolari final detector tarafinda eksiksiz yakalandi.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685800"/>
            <a:ext cx="5468112" cy="2514600"/>
          </a:xfrm>
          <a:prstGeom prst="roundRect">
            <a:avLst>
              <a:gd name="adj" fmla="val 2909"/>
            </a:avLst>
          </a:prstGeom>
          <a:solidFill>
            <a:srgbClr val="20262F"/>
          </a:solidFill>
          <a:ln w="13970">
            <a:solidFill>
              <a:srgbClr val="515B6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3952" y="850392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Ortalama F1 skoru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73952" y="1344168"/>
            <a:ext cx="5138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9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1.00 vs 0.71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528816" y="24871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Ayni veri setinde final detector ve Elastic best-threshold sonucu.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3611880"/>
            <a:ext cx="5468112" cy="2514600"/>
          </a:xfrm>
          <a:prstGeom prst="roundRect">
            <a:avLst>
              <a:gd name="adj" fmla="val 2909"/>
            </a:avLst>
          </a:prstGeom>
          <a:solidFill>
            <a:srgbClr val="20262F"/>
          </a:solidFill>
          <a:ln w="13970">
            <a:solidFill>
              <a:srgbClr val="515B6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072" y="3776472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Kapasite testi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" y="4270248"/>
            <a:ext cx="5138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6C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400 PASS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30936" y="54132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Kisa soak penceresinde dashboard, render ve alert query birlikte temiz gecti.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3611880"/>
            <a:ext cx="5468112" cy="2514600"/>
          </a:xfrm>
          <a:prstGeom prst="roundRect">
            <a:avLst>
              <a:gd name="adj" fmla="val 2909"/>
            </a:avLst>
          </a:prstGeom>
          <a:solidFill>
            <a:srgbClr val="20262F"/>
          </a:solidFill>
          <a:ln w="13970">
            <a:solidFill>
              <a:srgbClr val="515B6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3952" y="3776472"/>
            <a:ext cx="513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Urun durumu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73952" y="4270248"/>
            <a:ext cx="5138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6C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HAZIR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528816" y="54132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Gercek karsilastirma, guncel chart deneyimi ve benchmark paketi tamamlandi.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642823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Anomaly Detector | Benchmark alternatif tema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84280" y="6409944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11740896" cy="6345936"/>
          </a:xfrm>
          <a:prstGeom prst="roundRect">
            <a:avLst>
              <a:gd name="adj" fmla="val 1729"/>
            </a:avLst>
          </a:prstGeom>
          <a:solidFill>
            <a:srgbClr val="15181F"/>
          </a:solidFill>
          <a:ln w="15240">
            <a:solidFill>
              <a:srgbClr val="515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91440"/>
            <a:ext cx="3108960" cy="1463040"/>
          </a:xfrm>
          <a:prstGeom prst="ellipse">
            <a:avLst/>
          </a:prstGeom>
          <a:solidFill>
            <a:srgbClr val="242A33">
              <a:alpha val="46000"/>
            </a:srgbClr>
          </a:solidFill>
          <a:ln w="12700">
            <a:solidFill>
              <a:srgbClr val="15181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983480"/>
            <a:ext cx="2926080" cy="1554480"/>
          </a:xfrm>
          <a:prstGeom prst="ellipse">
            <a:avLst/>
          </a:prstGeom>
          <a:solidFill>
            <a:srgbClr val="242A33">
              <a:alpha val="38000"/>
            </a:srgbClr>
          </a:solidFill>
          <a:ln w="12700">
            <a:solidFill>
              <a:srgbClr val="15181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3891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4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Grafana tarafi: operasyonel okunabilirlik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chart gorseli, incident timeline ve anomaly inspector birlikte okunur.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1325880"/>
            <a:ext cx="8183880" cy="4279392"/>
          </a:xfrm>
          <a:prstGeom prst="roundRect">
            <a:avLst>
              <a:gd name="adj" fmla="val 1709"/>
            </a:avLst>
          </a:prstGeom>
          <a:solidFill>
            <a:srgbClr val="1A1F27"/>
          </a:solidFill>
          <a:ln w="13970">
            <a:solidFill>
              <a:srgbClr val="515B6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pic>
        <p:nvPicPr>
          <p:cNvPr id="8" name="Image 0" descr="C:\Users\alpas\Documents\CodexSample\grafana-anomaly-lab\benchmarks\presentation\assets\screenshots\grafana-multi-metric-premi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2129" y="1490472"/>
            <a:ext cx="4696358" cy="39136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0" y="1417320"/>
            <a:ext cx="2212848" cy="1051560"/>
          </a:xfrm>
          <a:prstGeom prst="roundRect">
            <a:avLst>
              <a:gd name="adj" fmla="val 6957"/>
            </a:avLst>
          </a:prstGeom>
          <a:solidFill>
            <a:srgbClr val="20262F"/>
          </a:solidFill>
          <a:ln w="13970">
            <a:solidFill>
              <a:srgbClr val="F29C3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308592" y="158191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timeline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308592" y="186537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C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Anomali olaylarini tek tek noktalar degil, gruplanmis incident akisi olarak okutur.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9144000" y="2743200"/>
            <a:ext cx="2212848" cy="1051560"/>
          </a:xfrm>
          <a:prstGeom prst="roundRect">
            <a:avLst>
              <a:gd name="adj" fmla="val 6957"/>
            </a:avLst>
          </a:prstGeom>
          <a:solidFill>
            <a:srgbClr val="20262F"/>
          </a:solidFill>
          <a:ln w="13970">
            <a:solidFill>
              <a:srgbClr val="F29C3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308592" y="290779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Daha net chart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308592" y="319125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C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Crosshair, focus band ve belirgin anomaly isaretleri sayesinde takip hizlaniyor.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9144000" y="4069080"/>
            <a:ext cx="2212848" cy="1051560"/>
          </a:xfrm>
          <a:prstGeom prst="roundRect">
            <a:avLst>
              <a:gd name="adj" fmla="val 6957"/>
            </a:avLst>
          </a:prstGeom>
          <a:solidFill>
            <a:srgbClr val="20262F"/>
          </a:solidFill>
          <a:ln w="13970">
            <a:solidFill>
              <a:srgbClr val="F29C3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9308592" y="423367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 inspector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308592" y="45171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C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Expected, current, confidence ve reason ayni panelde toplanarak karari seffaflastiriyor.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02920" y="642823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Anomaly Detector | Benchmark alternatif tema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384280" y="6409944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11740896" cy="6345936"/>
          </a:xfrm>
          <a:prstGeom prst="roundRect">
            <a:avLst>
              <a:gd name="adj" fmla="val 1729"/>
            </a:avLst>
          </a:prstGeom>
          <a:solidFill>
            <a:srgbClr val="15181F"/>
          </a:solidFill>
          <a:ln w="15240">
            <a:solidFill>
              <a:srgbClr val="515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91440"/>
            <a:ext cx="3108960" cy="1463040"/>
          </a:xfrm>
          <a:prstGeom prst="ellipse">
            <a:avLst/>
          </a:prstGeom>
          <a:solidFill>
            <a:srgbClr val="242A33">
              <a:alpha val="46000"/>
            </a:srgbClr>
          </a:solidFill>
          <a:ln w="12700">
            <a:solidFill>
              <a:srgbClr val="15181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983480"/>
            <a:ext cx="2926080" cy="1554480"/>
          </a:xfrm>
          <a:prstGeom prst="ellipse">
            <a:avLst/>
          </a:prstGeom>
          <a:solidFill>
            <a:srgbClr val="242A33">
              <a:alpha val="38000"/>
            </a:srgbClr>
          </a:solidFill>
          <a:ln w="12700">
            <a:solidFill>
              <a:srgbClr val="15181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1206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4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Karsilastirma metodolojisi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Ayni veri, ayni etiket, ayni kiyas mantigi.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359152" cy="2359152"/>
          </a:xfrm>
          <a:prstGeom prst="roundRect">
            <a:avLst>
              <a:gd name="adj" fmla="val 3101"/>
            </a:avLst>
          </a:prstGeom>
          <a:solidFill>
            <a:srgbClr val="20262F"/>
          </a:solidFill>
          <a:ln w="13970">
            <a:solidFill>
              <a:srgbClr val="515B6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228600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Labeled 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633472"/>
            <a:ext cx="20299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spike, error burst, traffic drop, seasonal spike ve level shift senaryolari ayni etiketlerle hazirlandi.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73552" y="1828800"/>
            <a:ext cx="2359152" cy="2359152"/>
          </a:xfrm>
          <a:prstGeom prst="roundRect">
            <a:avLst>
              <a:gd name="adj" fmla="val 3101"/>
            </a:avLst>
          </a:prstGeom>
          <a:solidFill>
            <a:srgbClr val="20262F"/>
          </a:solidFill>
          <a:ln w="13970">
            <a:solidFill>
              <a:srgbClr val="515B6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38144" y="228600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Grafana detector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38144" y="2633472"/>
            <a:ext cx="20299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Plugin ve exporter son runtime ayarlariyla kosuldu; precision, recall ve F1 olculdu.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9904" y="1828800"/>
            <a:ext cx="2359152" cy="2359152"/>
          </a:xfrm>
          <a:prstGeom prst="roundRect">
            <a:avLst>
              <a:gd name="adj" fmla="val 3101"/>
            </a:avLst>
          </a:prstGeom>
          <a:solidFill>
            <a:srgbClr val="20262F"/>
          </a:solidFill>
          <a:ln w="13970">
            <a:solidFill>
              <a:srgbClr val="515B6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54496" y="228600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Elastic 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54496" y="2633472"/>
            <a:ext cx="20299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Ayni veri local Elastic trial runtime'a yuklendi; gercek ML job export'u ve threshold sweep alindi.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906256" y="1828800"/>
            <a:ext cx="2359152" cy="2359152"/>
          </a:xfrm>
          <a:prstGeom prst="roundRect">
            <a:avLst>
              <a:gd name="adj" fmla="val 3101"/>
            </a:avLst>
          </a:prstGeom>
          <a:solidFill>
            <a:srgbClr val="20262F"/>
          </a:solidFill>
          <a:ln w="13970">
            <a:solidFill>
              <a:srgbClr val="515B6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70848" y="228600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Birlestirme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70848" y="2633472"/>
            <a:ext cx="20299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Sayisal skorlar ve gorsel davranis ayni benchmark paketinde yan yana toplandi.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862072" y="27432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6C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678424" y="27432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6C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94776" y="274320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6C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" y="642823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Anomaly Detector | Benchmark alternatif tema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384280" y="6409944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11740896" cy="6345936"/>
          </a:xfrm>
          <a:prstGeom prst="roundRect">
            <a:avLst>
              <a:gd name="adj" fmla="val 1729"/>
            </a:avLst>
          </a:prstGeom>
          <a:solidFill>
            <a:srgbClr val="15181F"/>
          </a:solidFill>
          <a:ln w="15240">
            <a:solidFill>
              <a:srgbClr val="515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91440"/>
            <a:ext cx="3108960" cy="1463040"/>
          </a:xfrm>
          <a:prstGeom prst="ellipse">
            <a:avLst/>
          </a:prstGeom>
          <a:solidFill>
            <a:srgbClr val="242A33">
              <a:alpha val="46000"/>
            </a:srgbClr>
          </a:solidFill>
          <a:ln w="12700">
            <a:solidFill>
              <a:srgbClr val="15181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983480"/>
            <a:ext cx="2926080" cy="1554480"/>
          </a:xfrm>
          <a:prstGeom prst="ellipse">
            <a:avLst/>
          </a:prstGeom>
          <a:solidFill>
            <a:srgbClr val="242A33">
              <a:alpha val="38000"/>
            </a:srgbClr>
          </a:solidFill>
          <a:ln w="12700">
            <a:solidFill>
              <a:srgbClr val="15181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47548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4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Gorsel kiyas I: Latency spike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9808" y="1325880"/>
            <a:ext cx="4480560" cy="1463040"/>
          </a:xfrm>
          <a:prstGeom prst="roundRect">
            <a:avLst>
              <a:gd name="adj" fmla="val 5000"/>
            </a:avLst>
          </a:prstGeom>
          <a:solidFill>
            <a:srgbClr val="1A1F27"/>
          </a:solidFill>
          <a:ln w="13970">
            <a:solidFill>
              <a:srgbClr val="66CC5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453896"/>
            <a:ext cx="1417320" cy="310896"/>
          </a:xfrm>
          <a:prstGeom prst="roundRect">
            <a:avLst>
              <a:gd name="adj" fmla="val 8824"/>
            </a:avLst>
          </a:prstGeom>
          <a:solidFill>
            <a:srgbClr val="66CC5A">
              <a:alpha val="92000"/>
            </a:srgbClr>
          </a:solidFill>
          <a:ln w="12700">
            <a:solidFill>
              <a:srgbClr val="66CC5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08760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1.00 | Grafana Anomaly Detector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837944"/>
            <a:ext cx="402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Ayni anomaly penceresini tek olay gibi daha toplu gosteriyor. Beklenen bandtan kopus daha net okunuyor.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57800" y="183794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C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870448" y="1325880"/>
            <a:ext cx="4709160" cy="1463040"/>
          </a:xfrm>
          <a:prstGeom prst="roundRect">
            <a:avLst>
              <a:gd name="adj" fmla="val 5000"/>
            </a:avLst>
          </a:prstGeom>
          <a:solidFill>
            <a:srgbClr val="1A1F27"/>
          </a:solidFill>
          <a:ln w="13970">
            <a:solidFill>
              <a:srgbClr val="66CC5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0" descr="C:\Users\alpas\Documents\CodexSample\grafana-anomaly-lab\benchmarks\presentation\assets\screenshots\latency-detector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7361" y="1453896"/>
            <a:ext cx="1486189" cy="10972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144768" y="2551176"/>
            <a:ext cx="4169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graph view | grafana detector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49808" y="3401568"/>
            <a:ext cx="4480560" cy="1463040"/>
          </a:xfrm>
          <a:prstGeom prst="roundRect">
            <a:avLst>
              <a:gd name="adj" fmla="val 5000"/>
            </a:avLst>
          </a:prstGeom>
          <a:solidFill>
            <a:srgbClr val="1A1F27"/>
          </a:solidFill>
          <a:ln w="13970">
            <a:solidFill>
              <a:srgbClr val="F29C3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1248" y="3529584"/>
            <a:ext cx="1417320" cy="310896"/>
          </a:xfrm>
          <a:prstGeom prst="roundRect">
            <a:avLst>
              <a:gd name="adj" fmla="val 8824"/>
            </a:avLst>
          </a:prstGeom>
          <a:solidFill>
            <a:srgbClr val="F29C38">
              <a:alpha val="92000"/>
            </a:srgbClr>
          </a:solidFill>
          <a:ln w="12700">
            <a:solidFill>
              <a:srgbClr val="F29C38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584448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0.57 | Elastic ML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14400" y="3913632"/>
            <a:ext cx="402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Ayni bolgeyi tespit ediyor ancak threshold secimine daha bagimli ve olay davranisi daha parcali gorunuyor.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257800" y="391363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5870448" y="3401568"/>
            <a:ext cx="4709160" cy="1463040"/>
          </a:xfrm>
          <a:prstGeom prst="roundRect">
            <a:avLst>
              <a:gd name="adj" fmla="val 5000"/>
            </a:avLst>
          </a:prstGeom>
          <a:solidFill>
            <a:srgbClr val="1A1F27"/>
          </a:solidFill>
          <a:ln w="13970">
            <a:solidFill>
              <a:srgbClr val="F29C3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pic>
        <p:nvPicPr>
          <p:cNvPr id="20" name="Image 1" descr="C:\Users\alpas\Documents\CodexSample\grafana-anomaly-lab\benchmarks\presentation\assets\screenshots\latency-elastic-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739" y="3529584"/>
            <a:ext cx="1619434" cy="10972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144768" y="4626864"/>
            <a:ext cx="4169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graph view | elastic ml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02920" y="642823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Anomaly Detector | Benchmark alternatif tema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1384280" y="6409944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11740896" cy="6345936"/>
          </a:xfrm>
          <a:prstGeom prst="roundRect">
            <a:avLst>
              <a:gd name="adj" fmla="val 1729"/>
            </a:avLst>
          </a:prstGeom>
          <a:solidFill>
            <a:srgbClr val="15181F"/>
          </a:solidFill>
          <a:ln w="15240">
            <a:solidFill>
              <a:srgbClr val="515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91440"/>
            <a:ext cx="3108960" cy="1463040"/>
          </a:xfrm>
          <a:prstGeom prst="ellipse">
            <a:avLst/>
          </a:prstGeom>
          <a:solidFill>
            <a:srgbClr val="242A33">
              <a:alpha val="46000"/>
            </a:srgbClr>
          </a:solidFill>
          <a:ln w="12700">
            <a:solidFill>
              <a:srgbClr val="15181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983480"/>
            <a:ext cx="2926080" cy="1554480"/>
          </a:xfrm>
          <a:prstGeom prst="ellipse">
            <a:avLst/>
          </a:prstGeom>
          <a:solidFill>
            <a:srgbClr val="242A33">
              <a:alpha val="38000"/>
            </a:srgbClr>
          </a:solidFill>
          <a:ln w="12700">
            <a:solidFill>
              <a:srgbClr val="15181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91640" y="4754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4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Gorsel kiyas II: Level shift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9808" y="1325880"/>
            <a:ext cx="4480560" cy="1463040"/>
          </a:xfrm>
          <a:prstGeom prst="roundRect">
            <a:avLst>
              <a:gd name="adj" fmla="val 5000"/>
            </a:avLst>
          </a:prstGeom>
          <a:solidFill>
            <a:srgbClr val="1A1F27"/>
          </a:solidFill>
          <a:ln w="13970">
            <a:solidFill>
              <a:srgbClr val="66CC5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453896"/>
            <a:ext cx="1417320" cy="310896"/>
          </a:xfrm>
          <a:prstGeom prst="roundRect">
            <a:avLst>
              <a:gd name="adj" fmla="val 8824"/>
            </a:avLst>
          </a:prstGeom>
          <a:solidFill>
            <a:srgbClr val="66CC5A">
              <a:alpha val="92000"/>
            </a:srgbClr>
          </a:solidFill>
          <a:ln w="12700">
            <a:solidFill>
              <a:srgbClr val="66CC5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08760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1.00 | Grafana Anomaly Detector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1837944"/>
            <a:ext cx="402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Kalici seviye kaymasini daha tutarli izliyor; baseline kirilmasi tek pencere icinde daha duzenli okunuyor.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57800" y="1837944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C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870448" y="1325880"/>
            <a:ext cx="4709160" cy="1463040"/>
          </a:xfrm>
          <a:prstGeom prst="roundRect">
            <a:avLst>
              <a:gd name="adj" fmla="val 5000"/>
            </a:avLst>
          </a:prstGeom>
          <a:solidFill>
            <a:srgbClr val="1A1F27"/>
          </a:solidFill>
          <a:ln w="13970">
            <a:solidFill>
              <a:srgbClr val="66CC5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0" descr="C:\Users\alpas\Documents\CodexSample\grafana-anomaly-lab\benchmarks\presentation\assets\screenshots\shift-detector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7361" y="1453896"/>
            <a:ext cx="1486189" cy="10972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144768" y="2551176"/>
            <a:ext cx="4169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graph view | grafana detector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49808" y="3401568"/>
            <a:ext cx="4480560" cy="1463040"/>
          </a:xfrm>
          <a:prstGeom prst="roundRect">
            <a:avLst>
              <a:gd name="adj" fmla="val 5000"/>
            </a:avLst>
          </a:prstGeom>
          <a:solidFill>
            <a:srgbClr val="1A1F27"/>
          </a:solidFill>
          <a:ln w="13970">
            <a:solidFill>
              <a:srgbClr val="F29C3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1248" y="3529584"/>
            <a:ext cx="1417320" cy="310896"/>
          </a:xfrm>
          <a:prstGeom prst="roundRect">
            <a:avLst>
              <a:gd name="adj" fmla="val 8824"/>
            </a:avLst>
          </a:prstGeom>
          <a:solidFill>
            <a:srgbClr val="F29C38">
              <a:alpha val="92000"/>
            </a:srgbClr>
          </a:solidFill>
          <a:ln w="12700">
            <a:solidFill>
              <a:srgbClr val="F29C38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3584448"/>
            <a:ext cx="12618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0.87 | Elastic ML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14400" y="3913632"/>
            <a:ext cx="4023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Ayni pencereyi goruyor ancak isaretleme daha parcali kaliyor. Toplam kalite skoru yine de referans olarak degerli.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257800" y="3913632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5870448" y="3401568"/>
            <a:ext cx="4709160" cy="1463040"/>
          </a:xfrm>
          <a:prstGeom prst="roundRect">
            <a:avLst>
              <a:gd name="adj" fmla="val 5000"/>
            </a:avLst>
          </a:prstGeom>
          <a:solidFill>
            <a:srgbClr val="1A1F27"/>
          </a:solidFill>
          <a:ln w="13970">
            <a:solidFill>
              <a:srgbClr val="F29C3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pic>
        <p:nvPicPr>
          <p:cNvPr id="20" name="Image 1" descr="C:\Users\alpas\Documents\CodexSample\grafana-anomaly-lab\benchmarks\presentation\assets\screenshots\shift-elastic-c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739" y="3529584"/>
            <a:ext cx="1619434" cy="10972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144768" y="4626864"/>
            <a:ext cx="4169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focused graph view | elastic ml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02920" y="642823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Anomaly Detector | Benchmark alternatif tema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11384280" y="6409944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64592"/>
            <a:ext cx="11740896" cy="6345936"/>
          </a:xfrm>
          <a:prstGeom prst="roundRect">
            <a:avLst>
              <a:gd name="adj" fmla="val 1729"/>
            </a:avLst>
          </a:prstGeom>
          <a:solidFill>
            <a:srgbClr val="15181F"/>
          </a:solidFill>
          <a:ln w="15240">
            <a:solidFill>
              <a:srgbClr val="515B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91440"/>
            <a:ext cx="3108960" cy="1463040"/>
          </a:xfrm>
          <a:prstGeom prst="ellipse">
            <a:avLst/>
          </a:prstGeom>
          <a:solidFill>
            <a:srgbClr val="242A33">
              <a:alpha val="46000"/>
            </a:srgbClr>
          </a:solidFill>
          <a:ln w="12700">
            <a:solidFill>
              <a:srgbClr val="15181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26880" y="4983480"/>
            <a:ext cx="2926080" cy="1554480"/>
          </a:xfrm>
          <a:prstGeom prst="ellipse">
            <a:avLst/>
          </a:prstGeom>
          <a:solidFill>
            <a:srgbClr val="242A33">
              <a:alpha val="38000"/>
            </a:srgbClr>
          </a:solidFill>
          <a:ln w="12700">
            <a:solidFill>
              <a:srgbClr val="15181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754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4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Kapasite gorunumu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896112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Kisa soak penceresinde gozlenen band; nihai prod ceiling iddiasi degil.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58368" y="1389888"/>
          <a:ext cx="57607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876288" y="1417320"/>
            <a:ext cx="1517904" cy="987552"/>
          </a:xfrm>
          <a:prstGeom prst="roundRect">
            <a:avLst>
              <a:gd name="adj" fmla="val 7407"/>
            </a:avLst>
          </a:prstGeom>
          <a:solidFill>
            <a:srgbClr val="20262F"/>
          </a:solidFill>
          <a:ln w="13970">
            <a:solidFill>
              <a:srgbClr val="515B6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40880" y="15819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 detector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040880" y="20756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6C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7095744" y="169164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Kisa soak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540496" y="1417320"/>
            <a:ext cx="1517904" cy="987552"/>
          </a:xfrm>
          <a:prstGeom prst="roundRect">
            <a:avLst>
              <a:gd name="adj" fmla="val 7407"/>
            </a:avLst>
          </a:prstGeom>
          <a:solidFill>
            <a:srgbClr val="20262F"/>
          </a:solidFill>
          <a:ln w="13970">
            <a:solidFill>
              <a:srgbClr val="515B6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705088" y="15819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 detector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05088" y="20756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6C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8759952" y="169164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Kisa soak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0204704" y="1417320"/>
            <a:ext cx="1517904" cy="987552"/>
          </a:xfrm>
          <a:prstGeom prst="roundRect">
            <a:avLst>
              <a:gd name="adj" fmla="val 7407"/>
            </a:avLst>
          </a:prstGeom>
          <a:solidFill>
            <a:srgbClr val="20262F"/>
          </a:solidFill>
          <a:ln w="13970">
            <a:solidFill>
              <a:srgbClr val="515B6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0369296" y="158191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 detector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369296" y="20756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9C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10424160" y="169164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C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Kisa soak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76288" y="2834640"/>
            <a:ext cx="4828032" cy="1005840"/>
          </a:xfrm>
          <a:prstGeom prst="roundRect">
            <a:avLst>
              <a:gd name="adj" fmla="val 7273"/>
            </a:avLst>
          </a:prstGeom>
          <a:solidFill>
            <a:srgbClr val="20262F"/>
          </a:solidFill>
          <a:ln w="13970">
            <a:solidFill>
              <a:srgbClr val="515B6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095744" y="303580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soyluyor?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095744" y="331012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300, 350 ve 400 detector seviyesi kisa soak penceresinde dashboard + render + alert query ile temiz gorundu.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876288" y="4096512"/>
            <a:ext cx="4828032" cy="1005840"/>
          </a:xfrm>
          <a:prstGeom prst="roundRect">
            <a:avLst>
              <a:gd name="adj" fmla="val 7273"/>
            </a:avLst>
          </a:prstGeom>
          <a:solidFill>
            <a:srgbClr val="20262F"/>
          </a:solidFill>
          <a:ln w="13970">
            <a:solidFill>
              <a:srgbClr val="515B6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095744" y="429768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F4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acik kaliyor?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095744" y="45720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D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Kalici operasyon limiti icin 8 saat ve uzeri uzun soak testi halen gerekli.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2920" y="6428232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9B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Anomaly Detector | Benchmark alternatif tema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1384280" y="6409944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B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Grafana Anomaly Detector Benchmark Reference Theme</dc:title>
  <dc:subject>Grafana Anomaly Detector reference-theme benchmark deck</dc:subject>
  <dc:creator>OpenAI Codex</dc:creator>
  <cp:lastModifiedBy>OpenAI Codex</cp:lastModifiedBy>
  <cp:revision>1</cp:revision>
  <dcterms:created xsi:type="dcterms:W3CDTF">2026-03-30T16:52:45Z</dcterms:created>
  <dcterms:modified xsi:type="dcterms:W3CDTF">2026-03-30T16:52:45Z</dcterms:modified>
</cp:coreProperties>
</file>