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E7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SENSITIVITY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9377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Threshold sweep ve kod iyilestirmeleri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threshold duyarliligi ile urune tasinan gelistirmeler ayni karede.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572768"/>
            <a:ext cx="6263640" cy="4187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" name="Image 0" descr="C:\Users\alpas\Documents\CodexSample\grafana-anomaly-lab\deliverables\benchmark_pptx\generated_assets_safe\elastic_threshold_swe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1248" y="1977717"/>
            <a:ext cx="5815584" cy="332319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05472" y="1682496"/>
            <a:ext cx="3986784" cy="877824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70064" y="18105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threshold bulgusu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370064" y="2084832"/>
            <a:ext cx="3584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icin en iyi toplu F1, threshold=1.0 noktasinda olustu.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7205472" y="2706624"/>
            <a:ext cx="3986784" cy="877824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70064" y="28346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Seasonal sertlestirme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370064" y="3108960"/>
            <a:ext cx="3584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weekday_hour sparse kaldiginda hour_of_day fallback eklendi.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7205472" y="3730752"/>
            <a:ext cx="3986784" cy="877824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3E7BF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70064" y="38587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Window-context scoring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370064" y="4133088"/>
            <a:ext cx="3584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EWMA akisina Elastic benzeri multi-bucket etkisi eklendi.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7205472" y="4754880"/>
            <a:ext cx="3986784" cy="877824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70064" y="4882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Panel explainability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370064" y="5157216"/>
            <a:ext cx="3584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anomaly kartinda point score, window score ve primary driver gosteriliyor.</a:t>
            </a:r>
            <a:endParaRPr lang="en-US" sz="9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2026-03-28T05:41:15Z</dcterms:created>
  <dcterms:modified xsi:type="dcterms:W3CDTF">2026-03-28T05:41:15Z</dcterms:modified>
</cp:coreProperties>
</file>