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7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ENVELOPE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937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Kapasite, soak ve karar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Teknik limit ile guvenli operasyon seviyesi ayri okunmali.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572768"/>
            <a:ext cx="6583680" cy="4160520"/>
          </a:xfrm>
          <a:prstGeom prst="roundRect">
            <a:avLst/>
          </a:prstGeom>
          <a:solidFill>
            <a:srgbClr val="F9FBFE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Users\alpas\Documents\CodexSample\grafana-anomaly-lab\deliverables\benchmark_pptx\generated_assets_safe\capacity_envelop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9536" y="1861457"/>
            <a:ext cx="6126480" cy="35008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26096" y="1737360"/>
            <a:ext cx="3858768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08976" y="1865376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 detector | PASS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808976" y="2139696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duration 1.28s tavaninda kaldi.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7626096" y="2999232"/>
            <a:ext cx="3858768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08976" y="312724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 detector | RISK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08976" y="34015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ornekte 1.60s goruldu; jitter bandi basliyor.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626096" y="4261104"/>
            <a:ext cx="3858768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08976" y="4389120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 detector | RISK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808976" y="466344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1.67-1.78s araligi goruldu; ek optimizasyon gerekli.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676656" y="594360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Karar: beta rollout icin 300 dynamic detector ile baslanmali. 350 seviye sinir, 400 seviye ise optimizasyon olmadan riskli.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2026-03-28T05:41:15Z</dcterms:created>
  <dcterms:modified xsi:type="dcterms:W3CDTF">2026-03-28T05:41:15Z</dcterms:modified>
</cp:coreProperties>
</file>