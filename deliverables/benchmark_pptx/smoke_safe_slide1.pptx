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F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6720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Sonuclari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 Elastic Side-by-Side Degerlendirmesi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2322576"/>
            <a:ext cx="6080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labeled dataset uzerinde kalite, Elastic davranisi ve kapasite limiti.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3730752"/>
            <a:ext cx="263347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3895344"/>
            <a:ext cx="109728" cy="1088136"/>
          </a:xfrm>
          <a:prstGeom prst="roundRect">
            <a:avLst/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3950208"/>
            <a:ext cx="2130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99.3%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50976" y="44256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Bizim tuned mean F1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0976" y="4718304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benchmark suite icinde erisilen en iyi kalite.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55848" y="3730752"/>
            <a:ext cx="263347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3895344"/>
            <a:ext cx="109728" cy="1088136"/>
          </a:xfrm>
          <a:prstGeom prst="round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3950208"/>
            <a:ext cx="2130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39896" y="44256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best mean F1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39896" y="4718304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sweep sonrasi Elastic icin bulunan en iyi seviye.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44768" y="3730752"/>
            <a:ext cx="263347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3895344"/>
            <a:ext cx="109728" cy="1088136"/>
          </a:xfrm>
          <a:prstGeom prst="round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3950208"/>
            <a:ext cx="2130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28816" y="44256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Labeled benchmark senaryosu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28816" y="4718304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Latency, error, traffic, seasonal, resource ve subtle shift use caseleri.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933688" y="3730752"/>
            <a:ext cx="2633472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  <a:effectLst>
            <a:outerShdw sx="100000" sy="100000" kx="0" ky="0" algn="bl" rotWithShape="0" blurRad="25400" dist="12700" dir="2700000">
              <a:srgbClr val="172434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98280" y="3895344"/>
            <a:ext cx="109728" cy="1088136"/>
          </a:xfrm>
          <a:prstGeom prst="roundRect">
            <a:avLst/>
          </a:prstGeom>
          <a:solidFill>
            <a:srgbClr val="3E7BFA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17736" y="3950208"/>
            <a:ext cx="21305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317736" y="4425696"/>
            <a:ext cx="2130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Guvenli detector limiti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17736" y="4718304"/>
            <a:ext cx="21305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D7B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soak sonucuna gore onerilen operasyonel tavan.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60920" y="877824"/>
            <a:ext cx="4096512" cy="192024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3E7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1005840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2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karar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525512" y="1280160"/>
            <a:ext cx="380390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262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benchmark turunda tuned detector, ayni dataset uzerinde Elastic ML trial kosusundan daha iyi performans verdi. Default profil ise 6 use casein 5inde hedef kaliteyi koruyor.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2026-03-28T05:32:56Z</dcterms:created>
  <dcterms:modified xsi:type="dcterms:W3CDTF">2026-03-28T05:32:56Z</dcterms:modified>
</cp:coreProperties>
</file>