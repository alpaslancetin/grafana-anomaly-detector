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Header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743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00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99.2%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test</dc:creator>
  <cp:lastModifiedBy>test</cp:lastModifiedBy>
  <cp:revision>1</cp:revision>
  <dcterms:created xsi:type="dcterms:W3CDTF">2026-03-28T05:25:11Z</dcterms:created>
  <dcterms:modified xsi:type="dcterms:W3CDTF">2026-03-28T05:25:11Z</dcterms:modified>
</cp:coreProperties>
</file>