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E7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FUNCTIONAL QUALITY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493776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Benchmark ozet tablosu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93268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Overall quality chart ve senaryo bazli F1 matrisi ayni slaytta toplandi.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21792" y="1481328"/>
            <a:ext cx="521208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6" name="Image 0" descr="C:\Users\alpas\Documents\CodexSample\grafana-anomaly-lab\deliverables\benchmark_pptx\generated_assets_safe\overall_qua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2184" y="1682496"/>
            <a:ext cx="3511296" cy="2194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071616" y="1536192"/>
            <a:ext cx="5120640" cy="96012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2AA66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36208" y="1664208"/>
            <a:ext cx="4828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Kalite karari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236208" y="1938528"/>
            <a:ext cx="48280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26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Default mean F1 95.6% | Tuned mean F1 99.3% | Elastic best mean F1 70.7%</a:t>
            </a:r>
            <a:endParaRPr lang="en-US" sz="920" dirty="0"/>
          </a:p>
        </p:txBody>
      </p:sp>
      <p:sp>
        <p:nvSpPr>
          <p:cNvPr id="10" name="Shape 7"/>
          <p:cNvSpPr/>
          <p:nvPr/>
        </p:nvSpPr>
        <p:spPr>
          <a:xfrm>
            <a:off x="6071616" y="2633472"/>
            <a:ext cx="5120640" cy="96012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36208" y="2761488"/>
            <a:ext cx="4828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Elastic threshold notu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236208" y="3035808"/>
            <a:ext cx="48280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26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 threshold=25 icin recall 9.7% seviyesinde kaldi; best threshold 1.0 oldu.</a:t>
            </a:r>
            <a:endParaRPr lang="en-US" sz="920" dirty="0"/>
          </a:p>
        </p:txBody>
      </p:sp>
      <p:sp>
        <p:nvSpPr>
          <p:cNvPr id="13" name="Shape 10"/>
          <p:cNvSpPr/>
          <p:nvPr/>
        </p:nvSpPr>
        <p:spPr>
          <a:xfrm>
            <a:off x="6071616" y="3730752"/>
            <a:ext cx="5120640" cy="96012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3E7BF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36208" y="3858768"/>
            <a:ext cx="4828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Kodu iyilestiren ana basliklar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236208" y="4133088"/>
            <a:ext cx="48280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26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Seasonal fallback, window-context score ve panelde point/window/driver detaylarinin acilmasi.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621792" y="4407408"/>
            <a:ext cx="10570464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68096" y="459028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</a:t>
            </a:r>
            <a:endParaRPr lang="en-US" sz="960" dirty="0"/>
          </a:p>
        </p:txBody>
      </p:sp>
      <p:sp>
        <p:nvSpPr>
          <p:cNvPr id="18" name="Text 15"/>
          <p:cNvSpPr/>
          <p:nvPr/>
        </p:nvSpPr>
        <p:spPr>
          <a:xfrm>
            <a:off x="2962656" y="459028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F8B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Default F1</a:t>
            </a:r>
            <a:endParaRPr lang="en-US" sz="960" dirty="0"/>
          </a:p>
        </p:txBody>
      </p:sp>
      <p:sp>
        <p:nvSpPr>
          <p:cNvPr id="19" name="Text 16"/>
          <p:cNvSpPr/>
          <p:nvPr/>
        </p:nvSpPr>
        <p:spPr>
          <a:xfrm>
            <a:off x="4379976" y="459028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2AA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Tuned F1</a:t>
            </a:r>
            <a:endParaRPr lang="en-US" sz="960" dirty="0"/>
          </a:p>
        </p:txBody>
      </p:sp>
      <p:sp>
        <p:nvSpPr>
          <p:cNvPr id="20" name="Text 17"/>
          <p:cNvSpPr/>
          <p:nvPr/>
        </p:nvSpPr>
        <p:spPr>
          <a:xfrm>
            <a:off x="5797296" y="459028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F2A5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Elastic best</a:t>
            </a:r>
            <a:endParaRPr lang="en-US" sz="960" dirty="0"/>
          </a:p>
        </p:txBody>
      </p:sp>
      <p:sp>
        <p:nvSpPr>
          <p:cNvPr id="21" name="Text 18"/>
          <p:cNvSpPr/>
          <p:nvPr/>
        </p:nvSpPr>
        <p:spPr>
          <a:xfrm>
            <a:off x="768096" y="482803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Latency spike</a:t>
            </a:r>
            <a:endParaRPr lang="en-US" sz="880" dirty="0"/>
          </a:p>
        </p:txBody>
      </p:sp>
      <p:sp>
        <p:nvSpPr>
          <p:cNvPr id="22" name="Shape 19"/>
          <p:cNvSpPr/>
          <p:nvPr/>
        </p:nvSpPr>
        <p:spPr>
          <a:xfrm>
            <a:off x="2962656" y="4818888"/>
            <a:ext cx="1325880" cy="146304"/>
          </a:xfrm>
          <a:prstGeom prst="roundRect">
            <a:avLst/>
          </a:prstGeom>
          <a:solidFill>
            <a:srgbClr val="E7F6EE"/>
          </a:solidFill>
          <a:ln w="12700">
            <a:solidFill>
              <a:srgbClr val="E0E8F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962656" y="4846320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2AA6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100.0%</a:t>
            </a:r>
            <a:endParaRPr lang="en-US" sz="840" dirty="0"/>
          </a:p>
        </p:txBody>
      </p:sp>
      <p:sp>
        <p:nvSpPr>
          <p:cNvPr id="24" name="Shape 21"/>
          <p:cNvSpPr/>
          <p:nvPr/>
        </p:nvSpPr>
        <p:spPr>
          <a:xfrm>
            <a:off x="4379976" y="4818888"/>
            <a:ext cx="1325880" cy="146304"/>
          </a:xfrm>
          <a:prstGeom prst="roundRect">
            <a:avLst/>
          </a:prstGeom>
          <a:solidFill>
            <a:srgbClr val="E7F6EE"/>
          </a:solidFill>
          <a:ln w="12700">
            <a:solidFill>
              <a:srgbClr val="E0E8F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379976" y="4846320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2AA6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100.0%</a:t>
            </a:r>
            <a:endParaRPr lang="en-US" sz="840" dirty="0"/>
          </a:p>
        </p:txBody>
      </p:sp>
      <p:sp>
        <p:nvSpPr>
          <p:cNvPr id="26" name="Shape 23"/>
          <p:cNvSpPr/>
          <p:nvPr/>
        </p:nvSpPr>
        <p:spPr>
          <a:xfrm>
            <a:off x="5797296" y="4818888"/>
            <a:ext cx="1325880" cy="146304"/>
          </a:xfrm>
          <a:prstGeom prst="roundRect">
            <a:avLst/>
          </a:prstGeom>
          <a:solidFill>
            <a:srgbClr val="FCE6E6"/>
          </a:solidFill>
          <a:ln w="12700">
            <a:solidFill>
              <a:srgbClr val="E0E8F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797296" y="4846320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D95D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57.1%</a:t>
            </a:r>
            <a:endParaRPr lang="en-US" sz="840" dirty="0"/>
          </a:p>
        </p:txBody>
      </p:sp>
      <p:sp>
        <p:nvSpPr>
          <p:cNvPr id="28" name="Text 25"/>
          <p:cNvSpPr/>
          <p:nvPr/>
        </p:nvSpPr>
        <p:spPr>
          <a:xfrm>
            <a:off x="768096" y="5001768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burst</a:t>
            </a:r>
            <a:endParaRPr lang="en-US" sz="880" dirty="0"/>
          </a:p>
        </p:txBody>
      </p:sp>
      <p:sp>
        <p:nvSpPr>
          <p:cNvPr id="29" name="Shape 26"/>
          <p:cNvSpPr/>
          <p:nvPr/>
        </p:nvSpPr>
        <p:spPr>
          <a:xfrm>
            <a:off x="2962656" y="4992624"/>
            <a:ext cx="1325880" cy="146304"/>
          </a:xfrm>
          <a:prstGeom prst="roundRect">
            <a:avLst/>
          </a:prstGeom>
          <a:solidFill>
            <a:srgbClr val="E7F6EE"/>
          </a:solidFill>
          <a:ln w="12700">
            <a:solidFill>
              <a:srgbClr val="E0E8F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962656" y="5020056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2AA6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100.0%</a:t>
            </a:r>
            <a:endParaRPr lang="en-US" sz="840" dirty="0"/>
          </a:p>
        </p:txBody>
      </p:sp>
      <p:sp>
        <p:nvSpPr>
          <p:cNvPr id="31" name="Shape 28"/>
          <p:cNvSpPr/>
          <p:nvPr/>
        </p:nvSpPr>
        <p:spPr>
          <a:xfrm>
            <a:off x="4379976" y="4992624"/>
            <a:ext cx="1325880" cy="146304"/>
          </a:xfrm>
          <a:prstGeom prst="roundRect">
            <a:avLst/>
          </a:prstGeom>
          <a:solidFill>
            <a:srgbClr val="E7F6EE"/>
          </a:solidFill>
          <a:ln w="12700">
            <a:solidFill>
              <a:srgbClr val="E0E8F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379976" y="5020056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2AA6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100.0%</a:t>
            </a:r>
            <a:endParaRPr lang="en-US" sz="840" dirty="0"/>
          </a:p>
        </p:txBody>
      </p:sp>
      <p:sp>
        <p:nvSpPr>
          <p:cNvPr id="33" name="Shape 30"/>
          <p:cNvSpPr/>
          <p:nvPr/>
        </p:nvSpPr>
        <p:spPr>
          <a:xfrm>
            <a:off x="5797296" y="4992624"/>
            <a:ext cx="1325880" cy="146304"/>
          </a:xfrm>
          <a:prstGeom prst="roundRect">
            <a:avLst/>
          </a:prstGeom>
          <a:solidFill>
            <a:srgbClr val="FCE6E6"/>
          </a:solidFill>
          <a:ln w="12700">
            <a:solidFill>
              <a:srgbClr val="E0E8F1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797296" y="5020056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D95D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66.7%</a:t>
            </a:r>
            <a:endParaRPr lang="en-US" sz="840" dirty="0"/>
          </a:p>
        </p:txBody>
      </p:sp>
      <p:sp>
        <p:nvSpPr>
          <p:cNvPr id="35" name="Text 32"/>
          <p:cNvSpPr/>
          <p:nvPr/>
        </p:nvSpPr>
        <p:spPr>
          <a:xfrm>
            <a:off x="768096" y="5175504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Traffic drop</a:t>
            </a:r>
            <a:endParaRPr lang="en-US" sz="880" dirty="0"/>
          </a:p>
        </p:txBody>
      </p:sp>
      <p:sp>
        <p:nvSpPr>
          <p:cNvPr id="36" name="Shape 33"/>
          <p:cNvSpPr/>
          <p:nvPr/>
        </p:nvSpPr>
        <p:spPr>
          <a:xfrm>
            <a:off x="2962656" y="5166360"/>
            <a:ext cx="1325880" cy="146304"/>
          </a:xfrm>
          <a:prstGeom prst="roundRect">
            <a:avLst/>
          </a:prstGeom>
          <a:solidFill>
            <a:srgbClr val="E7F6EE"/>
          </a:solidFill>
          <a:ln w="12700">
            <a:solidFill>
              <a:srgbClr val="E0E8F1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2962656" y="5193792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2AA6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100.0%</a:t>
            </a:r>
            <a:endParaRPr lang="en-US" sz="840" dirty="0"/>
          </a:p>
        </p:txBody>
      </p:sp>
      <p:sp>
        <p:nvSpPr>
          <p:cNvPr id="38" name="Shape 35"/>
          <p:cNvSpPr/>
          <p:nvPr/>
        </p:nvSpPr>
        <p:spPr>
          <a:xfrm>
            <a:off x="4379976" y="5166360"/>
            <a:ext cx="1325880" cy="146304"/>
          </a:xfrm>
          <a:prstGeom prst="roundRect">
            <a:avLst/>
          </a:prstGeom>
          <a:solidFill>
            <a:srgbClr val="E7F6EE"/>
          </a:solidFill>
          <a:ln w="12700">
            <a:solidFill>
              <a:srgbClr val="E0E8F1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379976" y="5193792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2AA6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100.0%</a:t>
            </a:r>
            <a:endParaRPr lang="en-US" sz="840" dirty="0"/>
          </a:p>
        </p:txBody>
      </p:sp>
      <p:sp>
        <p:nvSpPr>
          <p:cNvPr id="40" name="Shape 37"/>
          <p:cNvSpPr/>
          <p:nvPr/>
        </p:nvSpPr>
        <p:spPr>
          <a:xfrm>
            <a:off x="5797296" y="5166360"/>
            <a:ext cx="1325880" cy="146304"/>
          </a:xfrm>
          <a:prstGeom prst="roundRect">
            <a:avLst/>
          </a:prstGeom>
          <a:solidFill>
            <a:srgbClr val="FFF2DE"/>
          </a:solidFill>
          <a:ln w="12700">
            <a:solidFill>
              <a:srgbClr val="E0E8F1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797296" y="5193792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F2A5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76.9%</a:t>
            </a:r>
            <a:endParaRPr lang="en-US" sz="840" dirty="0"/>
          </a:p>
        </p:txBody>
      </p:sp>
      <p:sp>
        <p:nvSpPr>
          <p:cNvPr id="42" name="Text 39"/>
          <p:cNvSpPr/>
          <p:nvPr/>
        </p:nvSpPr>
        <p:spPr>
          <a:xfrm>
            <a:off x="768096" y="534924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Seasonal spike</a:t>
            </a:r>
            <a:endParaRPr lang="en-US" sz="880" dirty="0"/>
          </a:p>
        </p:txBody>
      </p:sp>
      <p:sp>
        <p:nvSpPr>
          <p:cNvPr id="43" name="Shape 40"/>
          <p:cNvSpPr/>
          <p:nvPr/>
        </p:nvSpPr>
        <p:spPr>
          <a:xfrm>
            <a:off x="2962656" y="5340096"/>
            <a:ext cx="1325880" cy="146304"/>
          </a:xfrm>
          <a:prstGeom prst="roundRect">
            <a:avLst/>
          </a:prstGeom>
          <a:solidFill>
            <a:srgbClr val="E7F6EE"/>
          </a:solidFill>
          <a:ln w="12700">
            <a:solidFill>
              <a:srgbClr val="E0E8F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2962656" y="5367528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2AA6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100.0%</a:t>
            </a:r>
            <a:endParaRPr lang="en-US" sz="840" dirty="0"/>
          </a:p>
        </p:txBody>
      </p:sp>
      <p:sp>
        <p:nvSpPr>
          <p:cNvPr id="45" name="Shape 42"/>
          <p:cNvSpPr/>
          <p:nvPr/>
        </p:nvSpPr>
        <p:spPr>
          <a:xfrm>
            <a:off x="4379976" y="5340096"/>
            <a:ext cx="1325880" cy="146304"/>
          </a:xfrm>
          <a:prstGeom prst="roundRect">
            <a:avLst/>
          </a:prstGeom>
          <a:solidFill>
            <a:srgbClr val="E7F6EE"/>
          </a:solidFill>
          <a:ln w="12700">
            <a:solidFill>
              <a:srgbClr val="E0E8F1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379976" y="5367528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2AA6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100.0%</a:t>
            </a:r>
            <a:endParaRPr lang="en-US" sz="840" dirty="0"/>
          </a:p>
        </p:txBody>
      </p:sp>
      <p:sp>
        <p:nvSpPr>
          <p:cNvPr id="47" name="Shape 44"/>
          <p:cNvSpPr/>
          <p:nvPr/>
        </p:nvSpPr>
        <p:spPr>
          <a:xfrm>
            <a:off x="5797296" y="5340096"/>
            <a:ext cx="1325880" cy="146304"/>
          </a:xfrm>
          <a:prstGeom prst="roundRect">
            <a:avLst/>
          </a:prstGeom>
          <a:solidFill>
            <a:srgbClr val="E7F6EE"/>
          </a:solidFill>
          <a:ln w="12700">
            <a:solidFill>
              <a:srgbClr val="E0E8F1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797296" y="5367528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2AA6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100.0%</a:t>
            </a:r>
            <a:endParaRPr lang="en-US" sz="840" dirty="0"/>
          </a:p>
        </p:txBody>
      </p:sp>
      <p:sp>
        <p:nvSpPr>
          <p:cNvPr id="49" name="Text 46"/>
          <p:cNvSpPr/>
          <p:nvPr/>
        </p:nvSpPr>
        <p:spPr>
          <a:xfrm>
            <a:off x="768096" y="552297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Resource step-up</a:t>
            </a:r>
            <a:endParaRPr lang="en-US" sz="880" dirty="0"/>
          </a:p>
        </p:txBody>
      </p:sp>
      <p:sp>
        <p:nvSpPr>
          <p:cNvPr id="50" name="Shape 47"/>
          <p:cNvSpPr/>
          <p:nvPr/>
        </p:nvSpPr>
        <p:spPr>
          <a:xfrm>
            <a:off x="2962656" y="5513832"/>
            <a:ext cx="1325880" cy="146304"/>
          </a:xfrm>
          <a:prstGeom prst="roundRect">
            <a:avLst/>
          </a:prstGeom>
          <a:solidFill>
            <a:srgbClr val="E7F6EE"/>
          </a:solidFill>
          <a:ln w="12700">
            <a:solidFill>
              <a:srgbClr val="E0E8F1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2962656" y="5541264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2AA6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100.0%</a:t>
            </a:r>
            <a:endParaRPr lang="en-US" sz="840" dirty="0"/>
          </a:p>
        </p:txBody>
      </p:sp>
      <p:sp>
        <p:nvSpPr>
          <p:cNvPr id="52" name="Shape 49"/>
          <p:cNvSpPr/>
          <p:nvPr/>
        </p:nvSpPr>
        <p:spPr>
          <a:xfrm>
            <a:off x="4379976" y="5513832"/>
            <a:ext cx="1325880" cy="146304"/>
          </a:xfrm>
          <a:prstGeom prst="roundRect">
            <a:avLst/>
          </a:prstGeom>
          <a:solidFill>
            <a:srgbClr val="E7F6EE"/>
          </a:solidFill>
          <a:ln w="12700">
            <a:solidFill>
              <a:srgbClr val="E0E8F1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4379976" y="5541264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2AA6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100.0%</a:t>
            </a:r>
            <a:endParaRPr lang="en-US" sz="840" dirty="0"/>
          </a:p>
        </p:txBody>
      </p:sp>
      <p:sp>
        <p:nvSpPr>
          <p:cNvPr id="54" name="Shape 51"/>
          <p:cNvSpPr/>
          <p:nvPr/>
        </p:nvSpPr>
        <p:spPr>
          <a:xfrm>
            <a:off x="5797296" y="5513832"/>
            <a:ext cx="1325880" cy="146304"/>
          </a:xfrm>
          <a:prstGeom prst="roundRect">
            <a:avLst/>
          </a:prstGeom>
          <a:solidFill>
            <a:srgbClr val="FCE6E6"/>
          </a:solidFill>
          <a:ln w="12700">
            <a:solidFill>
              <a:srgbClr val="E0E8F1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797296" y="5541264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D95D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36.4%</a:t>
            </a:r>
            <a:endParaRPr lang="en-US" sz="840" dirty="0"/>
          </a:p>
        </p:txBody>
      </p:sp>
      <p:sp>
        <p:nvSpPr>
          <p:cNvPr id="56" name="Text 53"/>
          <p:cNvSpPr/>
          <p:nvPr/>
        </p:nvSpPr>
        <p:spPr>
          <a:xfrm>
            <a:off x="768096" y="569671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Subtle shift</a:t>
            </a:r>
            <a:endParaRPr lang="en-US" sz="880" dirty="0"/>
          </a:p>
        </p:txBody>
      </p:sp>
      <p:sp>
        <p:nvSpPr>
          <p:cNvPr id="57" name="Shape 54"/>
          <p:cNvSpPr/>
          <p:nvPr/>
        </p:nvSpPr>
        <p:spPr>
          <a:xfrm>
            <a:off x="2962656" y="5687568"/>
            <a:ext cx="1325880" cy="146304"/>
          </a:xfrm>
          <a:prstGeom prst="roundRect">
            <a:avLst/>
          </a:prstGeom>
          <a:solidFill>
            <a:srgbClr val="FFF2DE"/>
          </a:solidFill>
          <a:ln w="12700">
            <a:solidFill>
              <a:srgbClr val="E0E8F1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2962656" y="5715000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F2A5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73.7%</a:t>
            </a:r>
            <a:endParaRPr lang="en-US" sz="840" dirty="0"/>
          </a:p>
        </p:txBody>
      </p:sp>
      <p:sp>
        <p:nvSpPr>
          <p:cNvPr id="59" name="Shape 56"/>
          <p:cNvSpPr/>
          <p:nvPr/>
        </p:nvSpPr>
        <p:spPr>
          <a:xfrm>
            <a:off x="4379976" y="5687568"/>
            <a:ext cx="1325880" cy="146304"/>
          </a:xfrm>
          <a:prstGeom prst="roundRect">
            <a:avLst/>
          </a:prstGeom>
          <a:solidFill>
            <a:srgbClr val="E7F6EE"/>
          </a:solidFill>
          <a:ln w="12700">
            <a:solidFill>
              <a:srgbClr val="E0E8F1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4379976" y="5715000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2AA6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95.7%</a:t>
            </a:r>
            <a:endParaRPr lang="en-US" sz="840" dirty="0"/>
          </a:p>
        </p:txBody>
      </p:sp>
      <p:sp>
        <p:nvSpPr>
          <p:cNvPr id="61" name="Shape 58"/>
          <p:cNvSpPr/>
          <p:nvPr/>
        </p:nvSpPr>
        <p:spPr>
          <a:xfrm>
            <a:off x="5797296" y="5687568"/>
            <a:ext cx="1325880" cy="14630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E0E8F1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5797296" y="5715000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3E7B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87.0%</a:t>
            </a:r>
            <a:endParaRPr lang="en-US" sz="8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2026-03-28T05:33:37Z</dcterms:created>
  <dcterms:modified xsi:type="dcterms:W3CDTF">2026-03-28T05:33:37Z</dcterms:modified>
</cp:coreProperties>
</file>