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Sonuclari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 Elastic Side-by-Side Degerlendirmesi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322576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labeled dataset uzerinde kalite, Elastic davranisi ve kapasite limiti.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3730752"/>
            <a:ext cx="26334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895344"/>
            <a:ext cx="109728" cy="1088136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3950208"/>
            <a:ext cx="2130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0976" y="44256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tuned mean F1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4718304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benchmark suite icinde erisilen en iyi kalite.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3730752"/>
            <a:ext cx="26334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3895344"/>
            <a:ext cx="109728" cy="1088136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3950208"/>
            <a:ext cx="2130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39896" y="44256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best mean F1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39896" y="4718304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sweep sonrasi Elastic icin bulunan en iyi seviye.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44768" y="3730752"/>
            <a:ext cx="26334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3895344"/>
            <a:ext cx="109728" cy="1088136"/>
          </a:xfrm>
          <a:prstGeom prst="round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3950208"/>
            <a:ext cx="2130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28816" y="44256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benchmark senaryosu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28816" y="4718304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Latency, error, traffic, seasonal, resource ve subtle shift use case'leri.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33688" y="3730752"/>
            <a:ext cx="26334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3895344"/>
            <a:ext cx="109728" cy="1088136"/>
          </a:xfrm>
          <a:prstGeom prst="roundRect">
            <a:avLst/>
          </a:prstGeom>
          <a:solidFill>
            <a:srgbClr val="3E7BFA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3950208"/>
            <a:ext cx="2130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17736" y="44256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Guvenli detector limiti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17736" y="4718304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 sonucuna gore onerilen operasyonel tavan.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60920" y="877824"/>
            <a:ext cx="4096512" cy="19202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100584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karar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25512" y="1280160"/>
            <a:ext cx="38039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benchmark turunda tuned detector, ayni dataset uzerinde Elastic ML trial kosusundan daha iyi performans verdi. Default profil ise 6 use case'in 5'inde hedef kaliteyi koruyor.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deck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QUALITY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ozet tablosu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quality chart ve senaryo bazli F1 matrisi ayni slaytta toplandi.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481328"/>
            <a:ext cx="5212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overall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1682496"/>
            <a:ext cx="3511296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71616" y="1536192"/>
            <a:ext cx="512064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6208" y="166420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Kalite karari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36208" y="1938528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mean F1 95.6% | Tuned mean F1 99.3% | Elastic best mean F1 70.7%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71616" y="2633472"/>
            <a:ext cx="512064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276148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threshold notu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36208" y="3035808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threshold=25 icin recall 9.7% seviyesinde kaldi; best threshold 1.0 oldu.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71616" y="3730752"/>
            <a:ext cx="512064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6208" y="385876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Kodu iyilestiren ana basliklar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36208" y="4133088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fallback, window-context score ve panelde point/window/driver detaylarinin acilmasi.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21792" y="4407408"/>
            <a:ext cx="10570464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45902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2962656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F1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4379976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AA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F1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5797296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2A5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best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768096" y="48280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spike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2962656" y="4818888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62656" y="48463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4379976" y="4818888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9976" y="48463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5797296" y="4818888"/>
            <a:ext cx="1325880" cy="146304"/>
          </a:xfrm>
          <a:prstGeom prst="roundRect">
            <a:avLst/>
          </a:prstGeom>
          <a:solidFill>
            <a:srgbClr val="FCE6E6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97296" y="48463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57.1%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768096" y="500176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burst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2962656" y="4992624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62656" y="50200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4379976" y="4992624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79976" y="50200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5797296" y="4992624"/>
            <a:ext cx="1325880" cy="146304"/>
          </a:xfrm>
          <a:prstGeom prst="roundRect">
            <a:avLst/>
          </a:prstGeom>
          <a:solidFill>
            <a:srgbClr val="FCE6E6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97296" y="50200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66.7%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768096" y="517550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drop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2962656" y="5166360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962656" y="51937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4379976" y="5166360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79976" y="51937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5797296" y="5166360"/>
            <a:ext cx="1325880" cy="146304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97296" y="51937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76.9%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768096" y="53492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spike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2962656" y="5340096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62656" y="53675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4379976" y="5340096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379976" y="53675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7" name="Shape 44"/>
          <p:cNvSpPr/>
          <p:nvPr/>
        </p:nvSpPr>
        <p:spPr>
          <a:xfrm>
            <a:off x="5797296" y="5340096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97296" y="53675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768096" y="55229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step-up</a:t>
            </a:r>
            <a:endParaRPr lang="en-US" sz="880" dirty="0"/>
          </a:p>
        </p:txBody>
      </p:sp>
      <p:sp>
        <p:nvSpPr>
          <p:cNvPr id="50" name="Shape 47"/>
          <p:cNvSpPr/>
          <p:nvPr/>
        </p:nvSpPr>
        <p:spPr>
          <a:xfrm>
            <a:off x="2962656" y="5513832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962656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4379976" y="5513832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379976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54" name="Shape 51"/>
          <p:cNvSpPr/>
          <p:nvPr/>
        </p:nvSpPr>
        <p:spPr>
          <a:xfrm>
            <a:off x="5797296" y="5513832"/>
            <a:ext cx="1325880" cy="146304"/>
          </a:xfrm>
          <a:prstGeom prst="roundRect">
            <a:avLst/>
          </a:prstGeom>
          <a:solidFill>
            <a:srgbClr val="FCE6E6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797296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36.4%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768096" y="56967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Subtle shift</a:t>
            </a:r>
            <a:endParaRPr lang="en-US" sz="880" dirty="0"/>
          </a:p>
        </p:txBody>
      </p:sp>
      <p:sp>
        <p:nvSpPr>
          <p:cNvPr id="57" name="Shape 54"/>
          <p:cNvSpPr/>
          <p:nvPr/>
        </p:nvSpPr>
        <p:spPr>
          <a:xfrm>
            <a:off x="2962656" y="5687568"/>
            <a:ext cx="1325880" cy="146304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962656" y="57150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73.7%</a:t>
            </a:r>
            <a:endParaRPr lang="en-US" sz="840" dirty="0"/>
          </a:p>
        </p:txBody>
      </p:sp>
      <p:sp>
        <p:nvSpPr>
          <p:cNvPr id="59" name="Shape 56"/>
          <p:cNvSpPr/>
          <p:nvPr/>
        </p:nvSpPr>
        <p:spPr>
          <a:xfrm>
            <a:off x="4379976" y="5687568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379976" y="57150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95.7%</a:t>
            </a:r>
            <a:endParaRPr lang="en-US" sz="840" dirty="0"/>
          </a:p>
        </p:txBody>
      </p:sp>
      <p:sp>
        <p:nvSpPr>
          <p:cNvPr id="61" name="Shape 58"/>
          <p:cNvSpPr/>
          <p:nvPr/>
        </p:nvSpPr>
        <p:spPr>
          <a:xfrm>
            <a:off x="5797296" y="5687568"/>
            <a:ext cx="1325880" cy="14630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797296" y="57150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E7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87.0%</a:t>
            </a:r>
            <a:endParaRPr lang="en-US" sz="840" dirty="0"/>
          </a:p>
        </p:txBody>
      </p:sp>
      <p:sp>
        <p:nvSpPr>
          <p:cNvPr id="63" name="Text 60"/>
          <p:cNvSpPr/>
          <p:nvPr/>
        </p:nvSpPr>
        <p:spPr>
          <a:xfrm>
            <a:off x="1124712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deck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benchmark | latency spike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ve yuksek amplitudlu spike patternde default ve tuned profil tam skor veriyor.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636776"/>
            <a:ext cx="91440" cy="384048"/>
          </a:xfrm>
          <a:prstGeom prst="round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Default</a:t>
            </a:r>
            <a:endParaRPr lang="en-US" sz="1000" dirty="0"/>
          </a:p>
        </p:txBody>
      </p:sp>
      <p:pic>
        <p:nvPicPr>
          <p:cNvPr id="8" name="Image 0" descr="C:\Users\alpas\Documents\CodexSample\grafana-anomaly-lab\benchmarks\elastic_side_by_side\outputs\visual_report\latency_spike_mad.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96896"/>
            <a:ext cx="3072384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33088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9392" y="1636776"/>
            <a:ext cx="91440" cy="384048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3984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Tuned</a:t>
            </a:r>
            <a:endParaRPr lang="en-US" sz="1000" dirty="0"/>
          </a:p>
        </p:txBody>
      </p:sp>
      <p:pic>
        <p:nvPicPr>
          <p:cNvPr id="12" name="Image 1" descr="C:\Users\alpas\Documents\CodexSample\grafana-anomaly-lab\benchmarks\elastic_side_by_side\outputs\visual_report\latency_spike_mad.tu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596896"/>
            <a:ext cx="3072384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35824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82128" y="1636776"/>
            <a:ext cx="91440" cy="384048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ML | Real export</a:t>
            </a:r>
            <a:endParaRPr lang="en-US" sz="1000" dirty="0"/>
          </a:p>
        </p:txBody>
      </p:sp>
      <p:pic>
        <p:nvPicPr>
          <p:cNvPr id="16" name="Image 2" descr="C:\Users\alpas\Documents\CodexSample\grafana-anomaly-lab\benchmarks\elastic_side_by_side\outputs\visual_report\latency_spike_mad.elast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2596896"/>
            <a:ext cx="3072384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30352" y="5888736"/>
            <a:ext cx="10625328" cy="43891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94944" y="60167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Gorsel yorum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94944" y="6291072"/>
            <a:ext cx="10332720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spike use case'inde bizim detector spike'i temiz sekilde ayiriyor; Elastic ayni veri setinde daha muhafazakar kaliyor.</a:t>
            </a:r>
            <a:endParaRPr lang="en-US" sz="92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deck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benchmark | subtle sustained level shift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use case tuning'in urune neden gerekli oldugunu en net gosteren senaryodur.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636776"/>
            <a:ext cx="91440" cy="384048"/>
          </a:xfrm>
          <a:prstGeom prst="round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Default</a:t>
            </a:r>
            <a:endParaRPr lang="en-US" sz="1000" dirty="0"/>
          </a:p>
        </p:txBody>
      </p:sp>
      <p:pic>
        <p:nvPicPr>
          <p:cNvPr id="8" name="Image 0" descr="C:\Users\alpas\Documents\CodexSample\grafana-anomaly-lab\benchmarks\elastic_side_by_side\outputs\visual_report\subtle_level_shift_ewma.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96896"/>
            <a:ext cx="3072384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33088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9392" y="1636776"/>
            <a:ext cx="91440" cy="384048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3984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Tuned</a:t>
            </a:r>
            <a:endParaRPr lang="en-US" sz="1000" dirty="0"/>
          </a:p>
        </p:txBody>
      </p:sp>
      <p:pic>
        <p:nvPicPr>
          <p:cNvPr id="12" name="Image 1" descr="C:\Users\alpas\Documents\CodexSample\grafana-anomaly-lab\benchmarks\elastic_side_by_side\outputs\visual_report\subtle_level_shift_ewma.tu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596896"/>
            <a:ext cx="3072384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35824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82128" y="1636776"/>
            <a:ext cx="91440" cy="384048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ML | Real export</a:t>
            </a:r>
            <a:endParaRPr lang="en-US" sz="1000" dirty="0"/>
          </a:p>
        </p:txBody>
      </p:sp>
      <p:pic>
        <p:nvPicPr>
          <p:cNvPr id="16" name="Image 2" descr="C:\Users\alpas\Documents\CodexSample\grafana-anomaly-lab\benchmarks\elastic_side_by_side\outputs\visual_report\subtle_level_shift_ewma.elast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2596896"/>
            <a:ext cx="3072384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30352" y="5888736"/>
            <a:ext cx="10625328" cy="43891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94944" y="60167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Gorsel yorum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94944" y="6291072"/>
            <a:ext cx="10332720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EWMA davranisi degisimi goruyor ama tam kapsama ulasamiyor. Tuned MAD 3.2 / window 30 profili bu acigi kapatiyor.</a:t>
            </a:r>
            <a:endParaRPr lang="en-US" sz="92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deck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SENSITIVITY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 sweep ve kod iyilestirmeleri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threshold duyarliligi ile urune tasinan gelistirmeler ayni karede.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72768"/>
            <a:ext cx="626364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elastic_threshold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21942"/>
            <a:ext cx="5815584" cy="36347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05472" y="1682496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70064" y="181051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threshold bulgusu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70064" y="2084832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icin en iyi toplu F1, threshold=1.0 noktasinda olustu.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205472" y="2706624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70064" y="2834640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sertlestirme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70064" y="310896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weekday_hour sparse kaldiginda hour_of_day fallback eklendi.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205472" y="3730752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70064" y="385876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Window-context scoring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70064" y="413308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EWMA akisina Elastic benzeri multi-bucket etkisi eklendi.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205472" y="4754880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70064" y="4882896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explainability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70064" y="5157216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anomaly kartinda point score, window score ve primary driver gosteriliyor.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1124712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deck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ENVELOPE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Kapasite, soak ve karar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limit ile guvenli operasyon seviyesi ayri okunmali.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72768"/>
            <a:ext cx="6583680" cy="416052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capacity_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1773936"/>
            <a:ext cx="5881421" cy="3675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682496"/>
            <a:ext cx="370332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91272" y="1847088"/>
            <a:ext cx="109728" cy="731520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10728" y="18288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 | PASS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110728" y="215798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Soak verdict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110728" y="2377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duration 1.28s tavaninda kaldi.</a:t>
            </a:r>
            <a:endParaRPr lang="en-US" sz="810" dirty="0"/>
          </a:p>
        </p:txBody>
      </p:sp>
      <p:sp>
        <p:nvSpPr>
          <p:cNvPr id="12" name="Shape 9"/>
          <p:cNvSpPr/>
          <p:nvPr/>
        </p:nvSpPr>
        <p:spPr>
          <a:xfrm>
            <a:off x="7726680" y="2889504"/>
            <a:ext cx="370332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91272" y="3054096"/>
            <a:ext cx="109728" cy="731520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0728" y="30358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350 | RISK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110728" y="336499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Borderline zone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10728" y="3584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ornekte 1.60s goruldu.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7726680" y="4096512"/>
            <a:ext cx="370332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91272" y="4261104"/>
            <a:ext cx="109728" cy="731520"/>
          </a:xfrm>
          <a:prstGeom prst="round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10728" y="42428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400 | RISK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110728" y="457200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without optimization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110728" y="4791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Iki ornekte 1.78s seviyesine cikti.</a:t>
            </a:r>
            <a:endParaRPr lang="en-US" sz="810" dirty="0"/>
          </a:p>
        </p:txBody>
      </p:sp>
      <p:sp>
        <p:nvSpPr>
          <p:cNvPr id="22" name="Text 19"/>
          <p:cNvSpPr/>
          <p:nvPr/>
        </p:nvSpPr>
        <p:spPr>
          <a:xfrm>
            <a:off x="676656" y="59436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Karar: beta rollout icin kaliteli benchmark kaniti hazir. Operasyonel planlama 300 detector ile baslamali, subtle shift preset'i ise bir sonraki sprintte urune alinmali.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4712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deck |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Turkcell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 2026</dc:title>
  <dc:subject>Grafana Anomaly Detector Benchmark</dc:subject>
  <dc:creator>OpenAI Codex</dc:creator>
  <cp:lastModifiedBy>OpenAI Codex</cp:lastModifiedBy>
  <cp:revision>1</cp:revision>
  <dcterms:created xsi:type="dcterms:W3CDTF">2026-03-28T05:36:31Z</dcterms:created>
  <dcterms:modified xsi:type="dcterms:W3CDTF">2026-03-28T05:36:31Z</dcterms:modified>
</cp:coreProperties>
</file>