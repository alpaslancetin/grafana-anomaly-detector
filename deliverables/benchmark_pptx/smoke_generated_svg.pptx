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SVG test</a:t>
            </a:r>
            <a:endParaRPr lang="en-US" sz="2200" dirty="0"/>
          </a:p>
        </p:txBody>
      </p:sp>
      <p:pic>
        <p:nvPicPr>
          <p:cNvPr id="3" name="Image 0" descr="C:\Users\alpas\Documents\CodexSample\grafana-anomaly-lab\deliverables\benchmark_pptx\generated_assets\overall_qualit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05156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2026-03-28T05:25:39Z</dcterms:created>
  <dcterms:modified xsi:type="dcterms:W3CDTF">2026-03-28T05:25:39Z</dcterms:modified>
</cp:coreProperties>
</file>