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" name="Image 0" descr="C:\Users\alpas\Documents\CodexSample\grafana-anomaly-lab\benchmarks\elastic_side_by_side\outputs\visual_report\subtle_level_shift_ewma.defaul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864614"/>
            <a:ext cx="3063240" cy="19400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7680" y="9144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1" descr="C:\Users\alpas\Documents\CodexSample\grafana-anomaly-lab\benchmarks\elastic_side_by_side\outputs\visual_report\subtle_level_shift_ewma.tune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840" y="1864614"/>
            <a:ext cx="3063240" cy="19400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46720" y="9144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" name="Image 2" descr="C:\Users\alpas\Documents\CodexSample\grafana-anomaly-lab\benchmarks\elastic_side_by_side\outputs\visual_report\subtle_level_shift_ewma.elastic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3880" y="1864614"/>
            <a:ext cx="3063240" cy="194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2026-03-28T05:26:21Z</dcterms:created>
  <dcterms:modified xsi:type="dcterms:W3CDTF">2026-03-28T05:26:21Z</dcterms:modified>
</cp:coreProperties>
</file>