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spike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ve yuksek amplitudlu spike patternde default ve tuned profil tam skor veriyor.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latency_spike_mad.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96896"/>
            <a:ext cx="3072384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latency_spike_mad.tu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96896"/>
            <a:ext cx="3072384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latency_spike_mad.elas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2596896"/>
            <a:ext cx="3072384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59984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20" dirty="0"/>
          </a:p>
        </p:txBody>
      </p:sp>
      <p:sp>
        <p:nvSpPr>
          <p:cNvPr id="19" name="Text 14"/>
          <p:cNvSpPr/>
          <p:nvPr/>
        </p:nvSpPr>
        <p:spPr>
          <a:xfrm>
            <a:off x="1874520" y="5998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spikei temiz sekilde ayiriyor; Elastic ayni veri setinde daha muhafazakar kaliyor.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2026-03-28T05:37:53Z</dcterms:created>
  <dcterms:modified xsi:type="dcterms:W3CDTF">2026-03-28T05:37:53Z</dcterms:modified>
</cp:coreProperties>
</file>