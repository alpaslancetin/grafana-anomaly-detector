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SENSITIVITY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Threshold sweep ve kod iyilestirmeleri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duyarliligi ile urune tasinan gelistirmeler ayni karede.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72768"/>
            <a:ext cx="6263640" cy="4187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elastic_threshold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21942"/>
            <a:ext cx="5815584" cy="36347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05472" y="1682496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70064" y="1810512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threshold bulgusu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70064" y="2084832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toplu F1, threshold=1.0 noktasinda olustu.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7205472" y="2706624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70064" y="2834640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sertlestirme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70064" y="3108960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weekday_hour sparse kaldiginda hour_of_day fallback eklendi.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205472" y="3730752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70064" y="3858768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Window-context scoring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70064" y="413308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EWMA akisina Elastic benzeri multi-bucket etkisi eklendi.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205472" y="4754880"/>
            <a:ext cx="3986784" cy="8778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70064" y="4882896"/>
            <a:ext cx="3694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explainability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370064" y="5157216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anomaly kartinda point score, window score ve primary driver gosteriliyor.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2026-03-28T05:34:06Z</dcterms:created>
  <dcterms:modified xsi:type="dcterms:W3CDTF">2026-03-28T05:34:06Z</dcterms:modified>
</cp:coreProperties>
</file>