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BENCHMARK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Subtle sustained level shift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use case tuningin urune neden gerekli oldugunu en net gosteren senaryodur.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636776"/>
            <a:ext cx="91440" cy="384048"/>
          </a:xfrm>
          <a:prstGeom prst="round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Default</a:t>
            </a:r>
            <a:endParaRPr lang="en-US" sz="1000" dirty="0"/>
          </a:p>
        </p:txBody>
      </p:sp>
      <p:pic>
        <p:nvPicPr>
          <p:cNvPr id="8" name="Image 0" descr="C:\Users\alpas\Documents\CodexSample\grafana-anomaly-lab\benchmarks\elastic_side_by_side\outputs\visual_report\subtle_level_shift_ewma.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96896"/>
            <a:ext cx="3072384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33088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9392" y="1636776"/>
            <a:ext cx="91440" cy="384048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43984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detector | Tuned</a:t>
            </a:r>
            <a:endParaRPr lang="en-US" sz="1000" dirty="0"/>
          </a:p>
        </p:txBody>
      </p:sp>
      <p:pic>
        <p:nvPicPr>
          <p:cNvPr id="12" name="Image 1" descr="C:\Users\alpas\Documents\CodexSample\grafana-anomaly-lab\benchmarks\elastic_side_by_side\outputs\visual_report\subtle_level_shift_ewma.tun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596896"/>
            <a:ext cx="3072384" cy="19202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35824" y="1490472"/>
            <a:ext cx="3401568" cy="4242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82128" y="1636776"/>
            <a:ext cx="91440" cy="384048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0" y="1627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 | Real export</a:t>
            </a:r>
            <a:endParaRPr lang="en-US" sz="1000" dirty="0"/>
          </a:p>
        </p:txBody>
      </p:sp>
      <p:pic>
        <p:nvPicPr>
          <p:cNvPr id="16" name="Image 2" descr="C:\Users\alpas\Documents\CodexSample\grafana-anomaly-lab\benchmarks\elastic_side_by_side\outputs\visual_report\subtle_level_shift_ewma.elast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16" y="2596896"/>
            <a:ext cx="3072384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30352" y="5888736"/>
            <a:ext cx="10625328" cy="438912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94944" y="599846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Gorsel yorum</a:t>
            </a:r>
            <a:endParaRPr lang="en-US" sz="1020" dirty="0"/>
          </a:p>
        </p:txBody>
      </p:sp>
      <p:sp>
        <p:nvSpPr>
          <p:cNvPr id="19" name="Text 14"/>
          <p:cNvSpPr/>
          <p:nvPr/>
        </p:nvSpPr>
        <p:spPr>
          <a:xfrm>
            <a:off x="1874520" y="5998464"/>
            <a:ext cx="8869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EWMA degisimi goruyor ama tam kapsama ulasamiyor. Tuned MAD 3.2 / window 30 profili bu acigi kapatiyor.</a:t>
            </a:r>
            <a:endParaRPr lang="en-US" sz="9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2026-03-28T05:38:27Z</dcterms:created>
  <dcterms:modified xsi:type="dcterms:W3CDTF">2026-03-28T05:38:27Z</dcterms:modified>
</cp:coreProperties>
</file>