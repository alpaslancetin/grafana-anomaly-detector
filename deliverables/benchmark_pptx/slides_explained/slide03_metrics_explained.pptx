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METRIKLERI ACIKLAYALIM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sayilar ne anlatiyor?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Skorlar teknik gorunebilir; bu nedenle her metrigi operasyon diliyle, kolay okunacak sekilde acikladik.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orani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Precision. Sistem alarm urettiginde, bu alarm ne kadar gercekten dogru? Ornek: 10 alarmin 9'u gercek problemse bu oran %90'dur.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Yakalama orani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7016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Recall. Gercekten var olan anomalilerin kacini gorduk? Ornek: 10 gercek sorunun 8'ini bulduysak bu oran %80'dir.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833872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Denge skoru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F1. Dogru alarm ve yakalama oranini birlikte ozetler. Tek sayida genel kalite gormek icin kullanilir. Yukseldikce toplam kalite artar.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421624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7928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Yanlis alarm orani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32520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Sistemin normal davranisi yanlislikla sorun sanma orani. Dusuk olmasi gerekir. Yuksek olursa ekip gereksiz alarm yukune maruz kalir.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58368" y="3767328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8FB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913632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87705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benchmarkta iyi sonuc ne demek?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9264" y="4187952"/>
            <a:ext cx="46360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Iyi sonuc, hem gercek anomalileri kacirmamak hem de normal durumlarda gereksiz alarm uretmemektir. Bu nedenle tek bir sayiya degil, bu dort alanin birlikte iyi olmasina baktik.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897880" y="3767328"/>
            <a:ext cx="5010912" cy="1572768"/>
          </a:xfrm>
          <a:prstGeom prst="roundRect">
            <a:avLst>
              <a:gd name="adj" fmla="val 3488"/>
            </a:avLst>
          </a:prstGeom>
          <a:solidFill>
            <a:srgbClr val="F8FB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3913632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387705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Yonetim diliyle yorum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08776" y="4187952"/>
            <a:ext cx="4572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orani yuksekse ekip bosa kosmaz. Yakalama orani yuksekse gercek problem kacmaz. Denge skoru genel kaliteyi, yanlis alarm orani ise operasyonel yuku gosterir.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2296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iyi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6926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Yuksek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926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| yakalama | denge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24612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iyi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39242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Dusuk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39242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Yanlis alarm orani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66928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sunumun ana metrigi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81558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Denge skoru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81558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 kaliteyi tek sayiya indirger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09244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5703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karar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23874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Birlikte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23874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Butun metriklere birlikte bakildi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