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SONUC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Elastic ML ile final Anomaly Detector arasindaki ana sayisal fark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sonucu veren hassasiyet seviyesi kullanildiginda bile, final Anomaly Detector toplam kalite ve yakalama oraninda daha yuksek performans verdi.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554480"/>
            <a:ext cx="6446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explained\overall_explaine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" y="2576146"/>
            <a:ext cx="6071616" cy="2510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96912" y="1554480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EAF7E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43216" y="170078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07808" y="166420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Yonetsel yorum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07808" y="1975104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cozum, ayni veri setinde daha fazla gercek anomaly yakalarken yanlis alarm yukunu dusuk tuttu.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7296912" y="2816352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EAF1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43216" y="2962656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07808" y="292608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guclu fark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607808" y="3236976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Ozellikle latency, error burst ve resource step-up gibi net problem senaryolarinda Anomaly Detector daha temiz ayrim yapti.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296912" y="4078224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FF4E3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43216" y="4224528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07808" y="4187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zor senaryo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07808" y="449884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level shift gibi daha sinsi degisimlerde iki cozum de iyi davrandi; final Anomaly Detector yine de daha yuksek genel skor verdi.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21792" y="6199632"/>
            <a:ext cx="10277856" cy="4114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6309360"/>
            <a:ext cx="9784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senaryonun 6'sinda final Anomaly Detector, Elastic'in ayni veri setindeki en iyi toplu sonucuna esit veya daha iyi davrandi.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