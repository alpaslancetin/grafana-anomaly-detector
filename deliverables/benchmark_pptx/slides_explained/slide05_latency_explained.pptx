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DATASET UZERINDE GORSEL DAVRANIS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Ornek senaryo 1: kisa sureli latency spike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veri setinde, final Anomaly Detector ve Elastic Machine Learning'in ayni soruna nasil tepki verdigi yan yana gosteriliyor.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2120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64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Anomaly Detector</a:t>
            </a:r>
            <a:endParaRPr lang="en-US" sz="1040" dirty="0"/>
          </a:p>
        </p:txBody>
      </p:sp>
      <p:pic>
        <p:nvPicPr>
          <p:cNvPr id="7" name="Image 0" descr="C:\Users\alpas\Documents\CodexSample\grafana-anomaly-lab\benchmarks\elastic_side_by_side\outputs\visual_report\latency_spike_mad.tun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67" y="1975104"/>
            <a:ext cx="4591251" cy="2907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73368" y="1554480"/>
            <a:ext cx="523036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Machine Learning</a:t>
            </a:r>
            <a:endParaRPr lang="en-US" sz="1040" dirty="0"/>
          </a:p>
        </p:txBody>
      </p:sp>
      <p:pic>
        <p:nvPicPr>
          <p:cNvPr id="10" name="Image 1" descr="C:\Users\alpas\Documents\CodexSample\grafana-anomaly-lab\benchmarks\elastic_side_by_side\outputs\visual_report\latency_spike_mad.elastic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7207" y="1975104"/>
            <a:ext cx="4591251" cy="29077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anomaly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078992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problem 4 veri noktasinda var.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281635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6265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2724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sonuc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12724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4/4 anomaly yakalandi, yanlis alarm yok.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56539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1169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7628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sonucu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87628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anomaly yakalandi, 1 yanlis alarm olustu.</a:t>
            </a:r>
            <a:endParaRPr lang="en-US" sz="930" dirty="0"/>
          </a:p>
        </p:txBody>
      </p:sp>
      <p:sp>
        <p:nvSpPr>
          <p:cNvPr id="23" name="Shape 19"/>
          <p:cNvSpPr/>
          <p:nvPr/>
        </p:nvSpPr>
        <p:spPr>
          <a:xfrm>
            <a:off x="8613648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59952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924544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924544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ve kisa sureli spike'larda bizim cozum daha temiz ayrim yapti.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566928" y="5687568"/>
            <a:ext cx="11036808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2960" y="5833872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grafikte solda final Anomaly Detector, sagda Elastic Machine Learning davranisi yer alir.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