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KAPASITE VE GUVENLI LIMIT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Grafana kesintisiz kalirken kac detector guvenle tasinabilir?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Buradaki karar, sadece sistem ayakta kaliyor mu sorusuna gore degil; gecikme payi, alarm isleme hizi ve operasyonel emniyet payi birlikte degerlendirilerek verildi.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85216" y="1591056"/>
            <a:ext cx="6446520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explained\capacity_explaine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2451245"/>
            <a:ext cx="6080760" cy="23578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33488" y="1700784"/>
            <a:ext cx="331012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82880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detector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7479792" y="20848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Guvenli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79792" y="24505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saniyelik surekli testte sorun olusmadi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7333488" y="2999232"/>
            <a:ext cx="331012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127248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detector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7479792" y="3383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Riskli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79792" y="3749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Bazi olcumlerde isleme suresi risk esigini asti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7333488" y="4297680"/>
            <a:ext cx="331012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4425696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detector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7479792" y="46817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Yuksek risk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79792" y="50474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esigi birden fazla kez asildi, emniyet payi daraldi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585216" y="5815584"/>
            <a:ext cx="10387584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59893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karar: sistem teknik olarak daha yuksege cikabilse de, operasyonel tarafta onerilen guvenli planlama limiti 300 dynamic detector olmalidir.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</dc:title>
  <dc:subject>Grafana Anomaly Detector Benchmark</dc:subject>
  <dc:creator>OpenAI Codex</dc:creator>
  <cp:lastModifiedBy>OpenAI Codex</cp:lastModifiedBy>
  <cp:revision>1</cp:revision>
  <dcterms:created xsi:type="dcterms:W3CDTF">2026-03-28T06:12:33Z</dcterms:created>
  <dcterms:modified xsi:type="dcterms:W3CDTF">2026-03-28T06:12:33Z</dcterms:modified>
</cp:coreProperties>
</file>