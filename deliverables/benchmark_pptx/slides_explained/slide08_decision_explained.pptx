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 VE ONERI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benchmarktan hangi net karari cikarmaliyiz?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Sunumun sayisal ve gorsel tum bulgulari, urun ve operasyon tarafi icin birlikte okunacak sekilde burada ozetlendi.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Urun karari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 artik teknik deneme seviyesinin otesine gecmis durumda. Elastic ML'ye yakin olmanin otesinde, bu test veri setinde daha iyi sonuc verdi.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160520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Operasyon karari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71416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Canli kullanim ve kapasite planlamasi icin guvenli ust limit 300 dynamic detector olarak alinmali. 350 ve uzeri seviyeler ancak kontrollu ek testlerle dusunulmeli.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662672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76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Sunumun ana mesaji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73568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benchmarkta gosterilen Anomaly Detector, urunde kullanilmasi hedeflenen final surumdur. Sunum, eski tuning ara adimlarini degil final sonucu anlatir.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3255264"/>
            <a:ext cx="5084064" cy="1828800"/>
          </a:xfrm>
          <a:prstGeom prst="roundRect">
            <a:avLst>
              <a:gd name="adj" fmla="val 3000"/>
            </a:avLst>
          </a:prstGeom>
          <a:solidFill>
            <a:srgbClr val="F8FB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40156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364992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ekip icin sonraki adimlar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9264" y="3675888"/>
            <a:ext cx="4645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300 detector limiti ile prod rollout plani yap.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Render, alerting ve dashboard acik uzun sureli soak testini tekrar et.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Explainability gorunumlerini panelde daha da sadelestir.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Yeni use case geldikce labeled benchmark setini buyut.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907024" y="3255264"/>
            <a:ext cx="4992624" cy="1828800"/>
          </a:xfrm>
          <a:prstGeom prst="roundRect">
            <a:avLst>
              <a:gd name="adj" fmla="val 3000"/>
            </a:avLst>
          </a:prstGeom>
          <a:solidFill>
            <a:srgbClr val="F8FB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340156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364992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Yonetim icin okunacak cikarim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3675888"/>
            <a:ext cx="45537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cozum, kurumsal anomaly detection ihtiyaci icin uygulanabilir bir alternatif haline geldi. Teknik kalite yeterli, operasyonel limit biliniyor ve urunlestirme icin net bir yol haritasi olustu.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41248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Kalite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87552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Hazir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7552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ile gercek benchmark karsilastirmasi tamamlandi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456432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602736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Biliniyor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602736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Onerilen ust limit 300 dynamic detector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071616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 dili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217920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Sadelesti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 ve karar dili herkesin anlayacagi hale cevrildi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686800" y="553212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1392" y="56601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833104" y="59161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/ pilot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833104" y="628192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Kontrollu genisleme icin uygun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