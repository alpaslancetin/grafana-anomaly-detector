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sonucu: final Anomaly Detector, ayni veri setinde Elastic ML'nin onunde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sunum, ayni labeled veri seti uzerinde yapilan karsilastirmanin yonetim diline cevrilmis ozeti ve kapasite kararini gosterir.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76656" y="1591056"/>
            <a:ext cx="325526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190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kalite skoru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22960" y="197510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A6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34086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final Anomaly Detector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160520" y="1591056"/>
            <a:ext cx="325526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7190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en iyi sonucu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306824" y="197510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5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70.7%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06824" y="234086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icin en iyi hassasiyet seviyesi secilse bile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644384" y="1591056"/>
            <a:ext cx="3255264" cy="1261872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08976" y="17190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Guvenli operasyon limiti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7790688" y="197510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6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 detector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90688" y="2340864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kapanmadan ve gecikme riski buyumeden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76656" y="3145536"/>
            <a:ext cx="3255264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29184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25526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karsilastirildi?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3566160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Machine Learning ile bizim final Anomaly Detector davranisi, ayni anomaly label'larina sahip 6 farkli test senaryosu uzerinde karsilastirildi.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160520" y="3145536"/>
            <a:ext cx="3255264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329184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1416" y="325526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bulundu?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71416" y="3566160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final surum, 6 senaryonun tamaminda guclu sonuc verdi ve ortalama toplam kalite skorunda Elastic'in en iyi ayarindan daha yuksek sonuc urettti.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644384" y="3145536"/>
            <a:ext cx="3255264" cy="2084832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0688" y="329184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3255264"/>
            <a:ext cx="2798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Operasyon karari ne?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55280" y="3566160"/>
            <a:ext cx="2816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snapshotlarda 400 seviyesine cikilsa bile, surekli ve emniyetli kullanim icin 300 dynamic detector seviyesi daha guvenli bulundu.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76656" y="5486400"/>
            <a:ext cx="10222992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563270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5596128"/>
            <a:ext cx="9765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sunumdaki isimlendirme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87552" y="5907024"/>
            <a:ext cx="9784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 'Anomaly Detector' ifadesi, benchmark sonrasi iyilestirilmis ve urunde kullanilmasi hedeflenen son/final surumu ifade eder.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</dc:title>
  <dc:subject>Grafana Anomaly Detector Benchmark</dc:subject>
  <dc:creator>OpenAI Codex</dc:creator>
  <cp:lastModifiedBy>OpenAI Codex</cp:lastModifiedBy>
  <cp:revision>1</cp:revision>
  <dcterms:created xsi:type="dcterms:W3CDTF">2026-03-28T06:12:33Z</dcterms:created>
  <dcterms:modified xsi:type="dcterms:W3CDTF">2026-03-28T06:12:33Z</dcterms:modified>
</cp:coreProperties>
</file>