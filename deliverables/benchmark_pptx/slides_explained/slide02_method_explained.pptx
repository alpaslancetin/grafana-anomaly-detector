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377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F6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SUNUMU NASIL OKUMALIYIZ?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0352" y="47548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 sunumdaki karsilastirma nasil yapildi?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Tum testlerde ayni veri, ayni etiketli anomali noktalar ve ayni olcum kurallari kullanildi. Bu sunumda 'Anomaly Detector' dedigimiz sey bizim son/final urun profilimizdir.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85216" y="150876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5506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618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Ayni veri seti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6112" y="1929384"/>
            <a:ext cx="207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 iki cozum de ayni labeled senaryolarla test edildi. Yani iki sistem farkli veriyle degil, birebir ayni data ile karsilastirildi.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165506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57016" y="1618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Ayni hedef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57016" y="1929384"/>
            <a:ext cx="207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Amacimiz, gercek anomalileri yakalamak ve yanlis alarmi dusurmekti. Hangi sistem bunu daha iyi yaptiysa daha basarili kabul edildi.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907024" y="150876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53328" y="165506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18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Adil Elastic ayari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1929384"/>
            <a:ext cx="207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icin sadece varsayilan ayar degil, ayni veri setinde en iyi sonucu veren hassasiyet seviyesi de ayrica hesaba katildi.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8567928" y="1508760"/>
            <a:ext cx="251460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14232" y="1655064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78824" y="1618488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Ayni gorsel kontrol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78824" y="1929384"/>
            <a:ext cx="20756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Sayisal sonuclarin yanina ayni veri setindeki davranis grafikleri de eklendi. Boylesiyle sadece skor degil, davranisin kendisi de goruldu.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85216" y="3054096"/>
            <a:ext cx="5166360" cy="1737360"/>
          </a:xfrm>
          <a:prstGeom prst="roundRect">
            <a:avLst>
              <a:gd name="adj" fmla="val 3158"/>
            </a:avLst>
          </a:prstGeom>
          <a:solidFill>
            <a:srgbClr val="F8F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320040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1638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Sunumdaki 'Anomaly Detector' hangi surum?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6112" y="3474720"/>
            <a:ext cx="472744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 eski gelistirme profili gosterilmiyor. Gosterilen Anomaly Detector, benchmarklardan sonra iyilestirilmis ve final davranis profiline alinmis surumdur. Yani burada gordugunuz sonuclar, urunde kullanmayi hedefledigimiz final davranisi temsil eder.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5934456" y="3054096"/>
            <a:ext cx="5029200" cy="1737360"/>
          </a:xfrm>
          <a:prstGeom prst="roundRect">
            <a:avLst>
              <a:gd name="adj" fmla="val 3158"/>
            </a:avLst>
          </a:prstGeom>
          <a:solidFill>
            <a:srgbClr val="F8FBFF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200400"/>
            <a:ext cx="91440" cy="365760"/>
          </a:xfrm>
          <a:prstGeom prst="roundRect">
            <a:avLst>
              <a:gd name="adj" fmla="val 20000"/>
            </a:avLst>
          </a:prstGeom>
          <a:solidFill>
            <a:srgbClr val="2AA66D"/>
          </a:solidFill>
          <a:ln w="12700">
            <a:solidFill>
              <a:srgbClr val="2AA66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1638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nedenle neye bakmaliyiz?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45352" y="3474720"/>
            <a:ext cx="45902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sunumda asil soru sunudur: 'Ayni veri setinde, final Anomaly Detector mu yoksa Elastic Machine Learning mi daha iyi alarm uretiyor?' Tum slaytlar bu soruyu herkesin okuyabilecegi dille cevaplamak icin hazirlandi.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85216" y="5010912"/>
            <a:ext cx="10378440" cy="1051560"/>
          </a:xfrm>
          <a:prstGeom prst="roundRect">
            <a:avLst>
              <a:gd name="adj" fmla="val 5217"/>
            </a:avLst>
          </a:prstGeom>
          <a:solidFill>
            <a:srgbClr val="F5F8FC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5157216"/>
            <a:ext cx="91440" cy="365760"/>
          </a:xfrm>
          <a:prstGeom prst="roundRect">
            <a:avLst>
              <a:gd name="adj" fmla="val 20000"/>
            </a:avLst>
          </a:prstGeom>
          <a:solidFill>
            <a:srgbClr val="0E223F"/>
          </a:solidFill>
          <a:ln w="12700">
            <a:solidFill>
              <a:srgbClr val="0E223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6112" y="5120640"/>
            <a:ext cx="9921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 cikarim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96112" y="5431536"/>
            <a:ext cx="993952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51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Buradaki sayisal ve gorsel tum karsilastirmalar, final Anomaly Detector ile Elastic Machine Learning arasindadir. 'Tuned' ya da 'default' gibi gelistirme terimleri bu sunumda on planda tutulmamistir.</a:t>
            </a:r>
            <a:endParaRPr lang="en-US" sz="9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</dc:title>
  <dc:subject>Grafana Anomaly Detector Benchmark</dc:subject>
  <dc:creator>OpenAI Codex</dc:creator>
  <cp:lastModifiedBy>OpenAI Codex</cp:lastModifiedBy>
  <cp:revision>1</cp:revision>
  <dcterms:created xsi:type="dcterms:W3CDTF">2026-03-28T06:12:33Z</dcterms:created>
  <dcterms:modified xsi:type="dcterms:W3CDTF">2026-03-28T06:12:33Z</dcterms:modified>
</cp:coreProperties>
</file>