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DATASET UZERINDE GORSEL DAVRANIS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Ornek senaryo 2: sinsi ama kalici seviye kaymasi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senaryo daha zordur; sistemin ani spike degil, zaman icine yayilan kaymayi ne kadar iyi gordugunu olcer.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5212080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64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Anomaly Detector</a:t>
            </a:r>
            <a:endParaRPr lang="en-US" sz="1040" dirty="0"/>
          </a:p>
        </p:txBody>
      </p:sp>
      <p:pic>
        <p:nvPicPr>
          <p:cNvPr id="7" name="Image 0" descr="C:\Users\alpas\Documents\CodexSample\grafana-anomaly-lab\benchmarks\elastic_side_by_side\outputs\visual_report\subtle_level_shift_ewma.tune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767" y="1975104"/>
            <a:ext cx="4591251" cy="2907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73368" y="1554480"/>
            <a:ext cx="5230368" cy="4279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112" y="1664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Machine Learning</a:t>
            </a:r>
            <a:endParaRPr lang="en-US" sz="1040" dirty="0"/>
          </a:p>
        </p:txBody>
      </p:sp>
      <p:pic>
        <p:nvPicPr>
          <p:cNvPr id="10" name="Image 1" descr="C:\Users\alpas\Documents\CodexSample\grafana-anomaly-lab\benchmarks\elastic_side_by_side\outputs\visual_report\subtle_level_shift_ewma.elastic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7207" y="1975104"/>
            <a:ext cx="4591251" cy="290779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8096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8F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14400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78992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anomaly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078992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problem 12 veri noktasina yayildi.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2816352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62656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27248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sonuc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127248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11/12 anomaly yakalandi, yanlis alarm yok.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6565392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711696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876288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sonucu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876288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10/12 anomaly yakalandi, 1 yanlis alarm olustu.</a:t>
            </a:r>
            <a:endParaRPr lang="en-US" sz="930" dirty="0"/>
          </a:p>
        </p:txBody>
      </p:sp>
      <p:sp>
        <p:nvSpPr>
          <p:cNvPr id="23" name="Shape 19"/>
          <p:cNvSpPr/>
          <p:nvPr/>
        </p:nvSpPr>
        <p:spPr>
          <a:xfrm>
            <a:off x="8613648" y="460857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759952" y="475488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924544" y="4718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Yorum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8924544" y="5029200"/>
            <a:ext cx="15727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Zor senaryoda iki cozum de iyi, ama final Anomaly Detector biraz daha iyi.</a:t>
            </a:r>
            <a:endParaRPr lang="en-US" sz="930" dirty="0"/>
          </a:p>
        </p:txBody>
      </p:sp>
      <p:sp>
        <p:nvSpPr>
          <p:cNvPr id="27" name="Shape 23"/>
          <p:cNvSpPr/>
          <p:nvPr/>
        </p:nvSpPr>
        <p:spPr>
          <a:xfrm>
            <a:off x="566928" y="5687568"/>
            <a:ext cx="11036808" cy="51206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22960" y="5833872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senaryo, benchmark sonrasi yaptigimiz iyilestirmelerin neden gerekli oldugunu en net gosteren use case oldu.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</dc:title>
  <dc:subject>Grafana Anomaly Detector Benchmark</dc:subject>
  <dc:creator>OpenAI Codex</dc:creator>
  <cp:lastModifiedBy>OpenAI Codex</cp:lastModifiedBy>
  <cp:revision>1</cp:revision>
  <dcterms:created xsi:type="dcterms:W3CDTF">2026-03-28T06:12:33Z</dcterms:created>
  <dcterms:modified xsi:type="dcterms:W3CDTF">2026-03-28T06:12:33Z</dcterms:modified>
</cp:coreProperties>
</file>