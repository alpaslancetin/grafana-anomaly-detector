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560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E7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QUALITY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937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ozet tablosu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3268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quality chart ve senaryo bazli F1 matrisi ayni slaytta toplandi.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481328"/>
            <a:ext cx="5212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C:\Users\alpas\Documents\CodexSample\grafana-anomaly-lab\deliverables\benchmark_pptx\generated_assets_safe\overall_qualit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7320" y="1737360"/>
            <a:ext cx="3584448" cy="2048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71616" y="153619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54496" y="16642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Kalite karari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254496" y="1956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mean F1 95.6% | Tuned mean F1 99.3% | Elastic best mean F1 70.7%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071616" y="263347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54496" y="276148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threshold notu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254496" y="30540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 threshold=25 icin recall 9.7% seviyesinde kaldi; best threshold 1.0 oldu.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6071616" y="3730752"/>
            <a:ext cx="5120640" cy="96012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54496" y="385876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Kodu iyilestiren ana basliklar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54496" y="415137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fallback, window-context score ve panelde point/window/driver detaylarinin acilmasi.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21792" y="4407408"/>
            <a:ext cx="10570464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459028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296265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8B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F1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437997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AA6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F1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5797296" y="45902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2A5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best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768096" y="482803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2962656" y="481888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96265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4379976" y="481888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997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5797296" y="4818888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97296" y="484632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57.1%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768096" y="5001768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burst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2962656" y="4992624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6265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4379976" y="4992624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37997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5797296" y="4992624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97296" y="5020056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66.7%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768096" y="5175504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drop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2962656" y="5166360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96265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38" name="Shape 35"/>
          <p:cNvSpPr/>
          <p:nvPr/>
        </p:nvSpPr>
        <p:spPr>
          <a:xfrm>
            <a:off x="4379976" y="5166360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7997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5797296" y="5166360"/>
            <a:ext cx="1325880" cy="146304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797296" y="519379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76.9%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768096" y="53492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spike</a:t>
            </a:r>
            <a:endParaRPr lang="en-US" sz="880" dirty="0"/>
          </a:p>
        </p:txBody>
      </p:sp>
      <p:sp>
        <p:nvSpPr>
          <p:cNvPr id="43" name="Shape 40"/>
          <p:cNvSpPr/>
          <p:nvPr/>
        </p:nvSpPr>
        <p:spPr>
          <a:xfrm>
            <a:off x="296265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96265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437997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37997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7" name="Shape 44"/>
          <p:cNvSpPr/>
          <p:nvPr/>
        </p:nvSpPr>
        <p:spPr>
          <a:xfrm>
            <a:off x="5797296" y="5340096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97296" y="536752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768096" y="552297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step-up</a:t>
            </a:r>
            <a:endParaRPr lang="en-US" sz="880" dirty="0"/>
          </a:p>
        </p:txBody>
      </p:sp>
      <p:sp>
        <p:nvSpPr>
          <p:cNvPr id="50" name="Shape 47"/>
          <p:cNvSpPr/>
          <p:nvPr/>
        </p:nvSpPr>
        <p:spPr>
          <a:xfrm>
            <a:off x="2962656" y="5513832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96265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4379976" y="5513832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37997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100.0%</a:t>
            </a:r>
            <a:endParaRPr lang="en-US" sz="840" dirty="0"/>
          </a:p>
        </p:txBody>
      </p:sp>
      <p:sp>
        <p:nvSpPr>
          <p:cNvPr id="54" name="Shape 51"/>
          <p:cNvSpPr/>
          <p:nvPr/>
        </p:nvSpPr>
        <p:spPr>
          <a:xfrm>
            <a:off x="5797296" y="5513832"/>
            <a:ext cx="1325880" cy="146304"/>
          </a:xfrm>
          <a:prstGeom prst="roundRect">
            <a:avLst/>
          </a:prstGeom>
          <a:solidFill>
            <a:srgbClr val="FCE6E6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797296" y="5541264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D95D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36.4%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768096" y="56967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shift</a:t>
            </a:r>
            <a:endParaRPr lang="en-US" sz="880" dirty="0"/>
          </a:p>
        </p:txBody>
      </p:sp>
      <p:sp>
        <p:nvSpPr>
          <p:cNvPr id="57" name="Shape 54"/>
          <p:cNvSpPr/>
          <p:nvPr/>
        </p:nvSpPr>
        <p:spPr>
          <a:xfrm>
            <a:off x="2962656" y="5687568"/>
            <a:ext cx="1325880" cy="146304"/>
          </a:xfrm>
          <a:prstGeom prst="roundRect">
            <a:avLst/>
          </a:prstGeom>
          <a:solidFill>
            <a:srgbClr val="FFF2D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96265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73.7%</a:t>
            </a:r>
            <a:endParaRPr lang="en-US" sz="840" dirty="0"/>
          </a:p>
        </p:txBody>
      </p:sp>
      <p:sp>
        <p:nvSpPr>
          <p:cNvPr id="59" name="Shape 56"/>
          <p:cNvSpPr/>
          <p:nvPr/>
        </p:nvSpPr>
        <p:spPr>
          <a:xfrm>
            <a:off x="4379976" y="5687568"/>
            <a:ext cx="1325880" cy="146304"/>
          </a:xfrm>
          <a:prstGeom prst="roundRect">
            <a:avLst/>
          </a:prstGeom>
          <a:solidFill>
            <a:srgbClr val="E7F6EE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37997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95.7%</a:t>
            </a:r>
            <a:endParaRPr lang="en-US" sz="840" dirty="0"/>
          </a:p>
        </p:txBody>
      </p:sp>
      <p:sp>
        <p:nvSpPr>
          <p:cNvPr id="61" name="Shape 58"/>
          <p:cNvSpPr/>
          <p:nvPr/>
        </p:nvSpPr>
        <p:spPr>
          <a:xfrm>
            <a:off x="5797296" y="5687568"/>
            <a:ext cx="1325880" cy="14630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0E8F1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797296" y="571500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3E7B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87.0%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2026-03-28T05:41:14Z</dcterms:created>
  <dcterms:modified xsi:type="dcterms:W3CDTF">2026-03-28T05:41:14Z</dcterms:modified>
</cp:coreProperties>
</file>