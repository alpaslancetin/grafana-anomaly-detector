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E7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ENVELOPE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937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Kapasite, soak ve karar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Teknik limit ile guvenli operasyon seviyesi ayri okunmali.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572768"/>
            <a:ext cx="6583680" cy="4160520"/>
          </a:xfrm>
          <a:prstGeom prst="roundRect">
            <a:avLst/>
          </a:prstGeom>
          <a:solidFill>
            <a:srgbClr val="F9FBFE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C:\Users\alpas\Documents\CodexSample\grafana-anomaly-lab\deliverables\benchmark_pptx\generated_assets_safe\capacity_envel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066" y="1773936"/>
            <a:ext cx="5881421" cy="36758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6680" y="1682496"/>
            <a:ext cx="370332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891272" y="1847088"/>
            <a:ext cx="109728" cy="731520"/>
          </a:xfrm>
          <a:prstGeom prst="roundRect">
            <a:avLst/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10728" y="190195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300 | PASS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110728" y="23774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Soak verdict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110728" y="2670048"/>
            <a:ext cx="320040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B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duration 1.28s tavaninda kaldi.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726680" y="2889504"/>
            <a:ext cx="370332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891272" y="3054096"/>
            <a:ext cx="109728" cy="731520"/>
          </a:xfrm>
          <a:prstGeom prst="round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10728" y="310896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350 | RISK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110728" y="35844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Borderline zone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110728" y="3877056"/>
            <a:ext cx="320040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B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ornekte 1.60s goruldu.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726680" y="4096512"/>
            <a:ext cx="370332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891272" y="4261104"/>
            <a:ext cx="109728" cy="731520"/>
          </a:xfrm>
          <a:prstGeom prst="roundRect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10728" y="43159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400 | RISK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110728" y="47914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without optimization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110728" y="5084064"/>
            <a:ext cx="320040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B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Iki ornekte 1.78s seviyesine cikti.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76656" y="594360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Karar: beta rollout icin kaliteli benchmark kaniti hazir. Operasyonel planlama 300 detector ile baslamali.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2026-03-28T05:34:46Z</dcterms:created>
  <dcterms:modified xsi:type="dcterms:W3CDTF">2026-03-28T05:34:46Z</dcterms:modified>
</cp:coreProperties>
</file>