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BENCHMARK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Subtle sustained level shift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use case tuningin urune neden gerekli oldugunu en net gosteren senaryodur.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636776"/>
            <a:ext cx="91440" cy="384048"/>
          </a:xfrm>
          <a:prstGeom prst="round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| Default</a:t>
            </a:r>
            <a:endParaRPr lang="en-US" sz="1000" dirty="0"/>
          </a:p>
        </p:txBody>
      </p:sp>
      <p:pic>
        <p:nvPicPr>
          <p:cNvPr id="8" name="Image 0" descr="C:\Users\alpas\Documents\CodexSample\grafana-anomaly-lab\benchmarks\elastic_side_by_side\outputs\visual_report\subtle_level_shift_ewma.defaul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944" y="2584094"/>
            <a:ext cx="3072384" cy="194584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33088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79392" y="1636776"/>
            <a:ext cx="91440" cy="384048"/>
          </a:xfrm>
          <a:prstGeom prst="roundRect">
            <a:avLst/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3984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| Tuned</a:t>
            </a:r>
            <a:endParaRPr lang="en-US" sz="1000" dirty="0"/>
          </a:p>
        </p:txBody>
      </p:sp>
      <p:pic>
        <p:nvPicPr>
          <p:cNvPr id="12" name="Image 1" descr="C:\Users\alpas\Documents\CodexSample\grafana-anomaly-lab\benchmarks\elastic_side_by_side\outputs\visual_report\subtle_level_shift_ewma.tuned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7680" y="2584094"/>
            <a:ext cx="3072384" cy="194584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35824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882128" y="1636776"/>
            <a:ext cx="91440" cy="384048"/>
          </a:xfrm>
          <a:prstGeom prst="round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ML | Real export</a:t>
            </a:r>
            <a:endParaRPr lang="en-US" sz="1000" dirty="0"/>
          </a:p>
        </p:txBody>
      </p:sp>
      <p:pic>
        <p:nvPicPr>
          <p:cNvPr id="16" name="Image 2" descr="C:\Users\alpas\Documents\CodexSample\grafana-anomaly-lab\benchmarks\elastic_side_by_side\outputs\visual_report\subtle_level_shift_ewma.elastic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0416" y="2584094"/>
            <a:ext cx="3072384" cy="1945843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30352" y="5888736"/>
            <a:ext cx="10625328" cy="43891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94944" y="59984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Gorsel yorum</a:t>
            </a:r>
            <a:endParaRPr lang="en-US" sz="1020" dirty="0"/>
          </a:p>
        </p:txBody>
      </p:sp>
      <p:sp>
        <p:nvSpPr>
          <p:cNvPr id="19" name="Text 14"/>
          <p:cNvSpPr/>
          <p:nvPr/>
        </p:nvSpPr>
        <p:spPr>
          <a:xfrm>
            <a:off x="1874520" y="5998464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EWMA degisimi goruyor ama tam kapsama ulasamiyor. Tuned MAD 3.2 / window 30 profili bu acigi kapatiyor.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2026-03-28T05:41:14Z</dcterms:created>
  <dcterms:modified xsi:type="dcterms:W3CDTF">2026-03-28T05:41:14Z</dcterms:modified>
</cp:coreProperties>
</file>