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C4FB8F-6A41-478C-B572-4C33DCFFCEB3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12525-2681-44A3-82CE-C571A35FC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47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42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87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1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64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9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23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22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53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09BD-0845-C386-1CD0-F293241D8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55C80-0960-AB27-29C6-F2AC1E030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F4D68-0FA8-B8A2-FB88-AEF3026C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79710-BC1A-F529-34AE-84B0AE0C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E4BA0-C382-241B-9AA3-707160EB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74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864-7737-DFC0-8FEB-A31A5C649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2C8AE-24C2-95C1-1FF6-F6624DFDB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7D843-4A29-5855-0C78-6A3F7B6CF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185FD-7E1D-A384-72BE-AF356730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3515D-91A5-3F46-BB0F-642146A5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03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9C24-5CF3-CCDC-A6CC-FB1680EE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A7516-CA06-728D-8560-3A002C6E2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6AA02-FEFA-652B-DF33-56065C3E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FEEEA-AF81-999F-83B8-C2E899CB7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EC728-D0AD-2AA6-65D4-B6E55D61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3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0B46-58C0-9EB8-FCD2-5F601E3C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70B90-533C-3562-0756-832DFD42F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7468C-069E-EDFE-05A9-D7A106322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60F9-94AB-83B4-70FA-628C2CF6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A73C0-8BF2-57AF-CA00-7AE7B6951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13F13-B776-21A8-B219-266BCFDF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0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78F3F-3081-C4D5-3D8E-058A81DD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CE0A4-068E-F845-6ACA-56619FC16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94E27-B537-9B30-C626-3C8C40E6E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37B90-0A36-FC6C-2DDD-715362C1B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83C08-C42E-A37E-5B85-1B57CAD89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8FD1B-CE03-D3C1-F477-CF3B0D2B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208A1-17F0-0DC9-8288-D54ECA44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50BFF9-7237-97C9-B96B-D21D9015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86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341D-AE74-3283-8377-3AC771D3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6A990-85CC-DAFA-A995-080A2B285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E4C80A-C309-F075-7E15-A69BC4601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333E2-419B-9F68-4F05-9A424EB7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38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E771D-AF3D-00E0-FD23-D371E684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5F772-6595-30D7-0F7A-152C57924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131F8-6A93-9C37-FD15-1378E539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3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8013-5E78-24E4-850B-3FCFC50F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F81E5-232C-7D33-A1E2-30084EBF6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15F68-23CC-CB47-8231-A5EDFDA43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67042-F611-9B09-6DBB-0FA7B66F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E6D24-6244-31E8-0823-FB5ABB3F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E22CF-B253-C433-179B-25BD8D2D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2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936E-9FA5-F225-AFF0-58AC6919F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234A08-E748-DAB4-8D69-846D5C74B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D27F0-8C1B-FC7C-51A9-08A2A21FB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7A0E4-6966-ECA4-C3A4-01DC9BCFD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730ED-6A01-565A-C89D-F0DD19DE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EABD0-BA90-083C-F4B3-1DD7EBFA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8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2906-5D87-D75E-7F93-DFAFC805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2CF8F-6707-70CC-B933-D67979EC9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36241-A204-318E-2AB5-83679F1E8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60AC4-5A09-9F72-B18F-D63B7BE1D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C32D4-F423-22A2-E7CE-92AFEBA2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98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CE99B2-9BD1-B779-1598-828C356BC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ED045-4DC7-1F24-4124-1ED90DBC6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D495F-7D79-B90D-E502-379F88417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3EDD3-0923-3EB9-C099-CDD9B11C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84F56-00EF-C6CD-7D41-8A6F14316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17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190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A915BE-9F9F-22CD-A74F-C7EE7FAD2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59072-93CD-7C7F-ABEE-6B20CB428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FAC56-E978-3804-39ED-B34336586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6BF97-E22D-4E45-B336-370703589395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D7DD8-E94A-0CD7-C6EF-BE89F3434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3D10F-0EF3-8183-61B0-FB02D0435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061FE-C651-4632-8D62-49F6AD046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6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sonucu: final Anomaly Detector, ayni veri setinde Elastic ML'nin onunde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sunum, ayni labeled veri seti uzerinde yapilan karsilastirmanin yonetim diline cevrilmis ozeti ve kapasite kararini gosterir.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76656" y="1591056"/>
            <a:ext cx="3255264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190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kalite skoru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22960" y="197510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40864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final Anomaly Detector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160520" y="1591056"/>
            <a:ext cx="3255264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17190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en iyi sonucu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306824" y="197510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70.7%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06824" y="2340864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icin en iyi hassasiyet seviyesi secilse bile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644384" y="1591056"/>
            <a:ext cx="3255264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08976" y="17190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Guvenli operasyon limiti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790688" y="197510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300 detector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90688" y="2340864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kapanmadan ve gecikme riski buyumeden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76656" y="3145536"/>
            <a:ext cx="3255264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29184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25526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karsilastirildi?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3566160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Machine Learning ile bizim final Anomaly Detector davranisi, ayni anomaly label'larina sahip 6 farkli test senaryosu uzerinde karsilastirildi.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160520" y="3145536"/>
            <a:ext cx="3255264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6824" y="329184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71416" y="325526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bulundu?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71416" y="3566160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final surum, 6 senaryonun tamaminda guclu sonuc verdi ve ortalama toplam kalite skorunda Elastic'in en iyi ayarindan daha yuksek sonuc urettti.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644384" y="3145536"/>
            <a:ext cx="3255264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90688" y="329184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325526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Operasyon karari ne?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55280" y="3566160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snapshotlarda 400 seviyesine cikilsa bile, surekli ve emniyetli kullanim icin 300 dynamic detector seviyesi daha guvenli bulundu.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76656" y="5486400"/>
            <a:ext cx="10222992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63270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5596128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sunumdaki isimlendirme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87552" y="5907024"/>
            <a:ext cx="9784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sunumda 'Anomaly Detector' ifadesi, benchmark sonrasi iyilestirilmis ve urunde kullanilmasi hedeflenen son/final surumu ifade eder.</a:t>
            </a:r>
            <a:endParaRPr lang="en-US" sz="930" dirty="0"/>
          </a:p>
        </p:txBody>
      </p:sp>
    </p:spTree>
    <p:extLst>
      <p:ext uri="{BB962C8B-B14F-4D97-AF65-F5344CB8AC3E}">
        <p14:creationId xmlns:p14="http://schemas.microsoft.com/office/powerpoint/2010/main" val="3228734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SUNUMU NASIL OKUMALIYIZ?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sunumdaki karsilastirma nasil yapildi?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Tum testlerde ayni veri, ayni etiketli anomali noktalar ve ayni olcum kurallari kullanildi. Bu sunumda 'Anomaly Detector' dedigimiz sey bizim son/final urun profilimizdir.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85216" y="150876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5506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184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Ayni veri seti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1929384"/>
            <a:ext cx="207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iki cozum de ayni labeled senaryolarla test edildi. Yani iki sistem farkli veriyle degil, birebir ayni data ile karsilastirildi.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2424" y="165506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6184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Ayni hedef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57016" y="1929384"/>
            <a:ext cx="207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Amacimiz, gercek anomalileri yakalamak ve yanlis alarmi dusurmekti. Hangi sistem bunu daha iyi yaptiysa daha basarili kabul edildi.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907024" y="150876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53328" y="165506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184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Adil Elastic ayari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1929384"/>
            <a:ext cx="207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icin sadece varsayilan ayar degil, ayni veri setinde en iyi sonucu veren hassasiyet seviyesi de ayrica hesaba katildi.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567928" y="150876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14232" y="165506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8824" y="16184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Ayni gorsel kontrol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78824" y="1929384"/>
            <a:ext cx="207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Sayisal sonuclarin yanina ayni veri setindeki davranis grafikleri de eklendi. Boylesiyle sadece skor degil, davranisin kendisi de goruldu.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85216" y="3054096"/>
            <a:ext cx="5166360" cy="1737360"/>
          </a:xfrm>
          <a:prstGeom prst="roundRect">
            <a:avLst>
              <a:gd name="adj" fmla="val 3158"/>
            </a:avLst>
          </a:prstGeom>
          <a:solidFill>
            <a:srgbClr val="F8F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20040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16382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Sunumdaki 'Anomaly Detector' hangi surum?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6112" y="3474720"/>
            <a:ext cx="47274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sunumda eski gelistirme profili gosterilmiyor. Gosterilen Anomaly Detector, benchmarklardan sonra iyilestirilmis ve final davranis profiline alinmis surumdur. Yani burada gordugunuz sonuclar, urunde kullanmayi hedefledigimiz final davranisi temsil eder.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934456" y="3054096"/>
            <a:ext cx="5029200" cy="1737360"/>
          </a:xfrm>
          <a:prstGeom prst="roundRect">
            <a:avLst>
              <a:gd name="adj" fmla="val 3158"/>
            </a:avLst>
          </a:prstGeom>
          <a:solidFill>
            <a:srgbClr val="F8FB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20040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1638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nedenle neye bakmaliyiz?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45352" y="3474720"/>
            <a:ext cx="4590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sunumda asil soru sunudur: 'Ayni veri setinde, final Anomaly Detector mu yoksa Elastic Machine Learning mi daha iyi alarm uretiyor?' Tum slaytlar bu soruyu herkesin okuyabilecegi dille cevaplamak icin hazirlandi.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85216" y="5010912"/>
            <a:ext cx="10378440" cy="1051560"/>
          </a:xfrm>
          <a:prstGeom prst="roundRect">
            <a:avLst>
              <a:gd name="adj" fmla="val 5217"/>
            </a:avLst>
          </a:prstGeom>
          <a:solidFill>
            <a:srgbClr val="F5F8FC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157216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120640"/>
            <a:ext cx="9921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cikarim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96112" y="5431536"/>
            <a:ext cx="9939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Buradaki sayisal ve gorsel tum karsilastirmalar, final Anomaly Detector ile Elastic Machine Learning arasindadir. 'Tuned' ya da 'default' gibi gelistirme terimleri bu sunumda on planda tutulmamistir.</a:t>
            </a:r>
            <a:endParaRPr lang="en-US" sz="930" dirty="0"/>
          </a:p>
        </p:txBody>
      </p:sp>
    </p:spTree>
    <p:extLst>
      <p:ext uri="{BB962C8B-B14F-4D97-AF65-F5344CB8AC3E}">
        <p14:creationId xmlns:p14="http://schemas.microsoft.com/office/powerpoint/2010/main" val="2481753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METRIKLERI ACIKLAYALIM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sayilar ne anlatiyor?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Skorlar teknik gorunebilir; bu nedenle her metrigi operasyon diliyle, kolay okunacak sekilde acikladik.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EAF7E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0078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6642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Dogru alarm orani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9264" y="1975104"/>
            <a:ext cx="20482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adi: Precision. Sistem alarm urettiginde, bu alarm ne kadar gercekten dogru? Ornek: 10 alarmin 9'u gercek problemse bu oran %90'dur.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2424" y="170078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6642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Yakalama orani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57016" y="1975104"/>
            <a:ext cx="20482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adi: Recall. Gercekten var olan anomalilerin kacini gorduk? Ornek: 10 gercek sorunun 8'ini bulduysak bu oran %80'dir.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833872" y="155448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FF4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0176" y="170078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6642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Denge skoru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44768" y="1975104"/>
            <a:ext cx="20482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adi: F1. Dogru alarm ve yakalama oranini birlikte ozetler. Tek sayida genel kalite gormek icin kullanilir. Yukseldikce toplam kalite artar.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421624" y="1554480"/>
            <a:ext cx="2487168" cy="1920240"/>
          </a:xfrm>
          <a:prstGeom prst="roundRect">
            <a:avLst>
              <a:gd name="adj" fmla="val 2857"/>
            </a:avLst>
          </a:prstGeom>
          <a:solidFill>
            <a:srgbClr val="FDECEC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67928" y="170078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16642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Yanlis alarm orani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32520" y="1975104"/>
            <a:ext cx="20482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Sistemin normal davranisi yanlislikla sorun sanma orani. Dusuk olmasi gerekir. Yuksek olursa ekip gereksiz alarm yukune maruz kalir.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58368" y="3767328"/>
            <a:ext cx="5074920" cy="1572768"/>
          </a:xfrm>
          <a:prstGeom prst="roundRect">
            <a:avLst>
              <a:gd name="adj" fmla="val 3488"/>
            </a:avLst>
          </a:prstGeom>
          <a:solidFill>
            <a:srgbClr val="F8FBF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913632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3877056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benchmarkta iyi sonuc ne demek?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9264" y="4187952"/>
            <a:ext cx="46360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Iyi sonuc, hem gercek anomalileri kacirmamak hem de normal durumlarda gereksiz alarm uretmemektir. Bu nedenle tek bir sayiya degil, bu dort alanin birlikte iyi olmasina baktik.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897880" y="3767328"/>
            <a:ext cx="5010912" cy="1572768"/>
          </a:xfrm>
          <a:prstGeom prst="roundRect">
            <a:avLst>
              <a:gd name="adj" fmla="val 3488"/>
            </a:avLst>
          </a:prstGeom>
          <a:solidFill>
            <a:srgbClr val="F8FB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44184" y="3913632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3877056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Yonetim diliyle yorum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08776" y="4187952"/>
            <a:ext cx="4572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Dogru alarm orani yuksekse ekip bosa kosmaz. Yakalama orani yuksekse gercek problem kacmaz. Denge skoru genel kaliteyi, yanlis alarm orani ise operasyonel yuku gosterir.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22960" y="5596128"/>
            <a:ext cx="228600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7241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iyi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969264" y="598017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Yuksek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69264" y="63459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Dogru alarm | yakalama | denge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3246120" y="5596128"/>
            <a:ext cx="228600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57241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iyi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3392424" y="598017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Dusuk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392424" y="63459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Yanlis alarm orani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669280" y="5596128"/>
            <a:ext cx="228600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33872" y="57241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sunumun ana metrigi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5815584" y="598017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Denge skoru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815584" y="63459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Toplam kaliteyi tek sayiya indirger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8092440" y="5596128"/>
            <a:ext cx="228600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57032" y="57241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karar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8238744" y="598017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Birlikte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238744" y="63459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Butun metriklere birlikte bakildi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1345167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SONUC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Elastic ML ile final Anomaly Detector arasindaki ana sayisal fark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icin en iyi sonucu veren hassasiyet seviyesi kullanildiginda bile, final Anomaly Detector toplam kalite ve yakalama oraninda daha yuksek performans verdi.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554480"/>
            <a:ext cx="6446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explained\overall_explained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84" y="2576146"/>
            <a:ext cx="6071616" cy="2510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96912" y="1554480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EAF7E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43216" y="170078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07808" y="16642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Yonetsel yorum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07808" y="1975104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cozum, ayni veri setinde daha fazla gercek anomaly yakalarken yanlis alarm yukunu dusuk tuttu.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7296912" y="2816352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43216" y="2962656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07808" y="29260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guclu fark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07808" y="3236976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Ozellikle latency, error burst ve resource step-up gibi net problem senaryolarinda Anomaly Detector daha temiz ayrim yapti.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7296912" y="4078224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FF4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43216" y="422452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07808" y="41879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zor senaryo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07808" y="449884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Subtle level shift gibi daha sinsi degisimlerde iki cozum de iyi davrandi; final Anomaly Detector yine de daha yuksek genel skor verdi.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21792" y="6199632"/>
            <a:ext cx="10277856" cy="4114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9536" y="6309360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senaryonun 6'sinda final Anomaly Detector, Elastic'in ayni veri setindeki en iyi toplu sonucuna esit veya daha iyi davrandi.</a:t>
            </a:r>
            <a:endParaRPr lang="en-US" sz="960" dirty="0"/>
          </a:p>
        </p:txBody>
      </p:sp>
    </p:spTree>
    <p:extLst>
      <p:ext uri="{BB962C8B-B14F-4D97-AF65-F5344CB8AC3E}">
        <p14:creationId xmlns:p14="http://schemas.microsoft.com/office/powerpoint/2010/main" val="284516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DATASET UZERINDE GORSEL DAVRANIS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Ornek senaryo 1: kisa sureli latency spike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veri setinde, final Anomaly Detector ve Elastic Machine Learning'in ayni soruna nasil tepki verdigi yan yana gosteriliyor.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21208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64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Anomaly Detector</a:t>
            </a:r>
            <a:endParaRPr lang="en-US" sz="1040" dirty="0"/>
          </a:p>
        </p:txBody>
      </p:sp>
      <p:pic>
        <p:nvPicPr>
          <p:cNvPr id="7" name="Image 0" descr="C:\Users\alpas\Documents\CodexSample\grafana-anomaly-lab\benchmarks\elastic_side_by_side\outputs\visual_report\latency_spike_mad.tuned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767" y="1975104"/>
            <a:ext cx="4591251" cy="29077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73368" y="1554480"/>
            <a:ext cx="523036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11112" y="1664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Machine Learning</a:t>
            </a:r>
            <a:endParaRPr lang="en-US" sz="1040" dirty="0"/>
          </a:p>
        </p:txBody>
      </p:sp>
      <p:pic>
        <p:nvPicPr>
          <p:cNvPr id="10" name="Image 1" descr="C:\Users\alpas\Documents\CodexSample\grafana-anomaly-lab\benchmarks\elastic_side_by_side\outputs\visual_report\latency_spike_mad.elastic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7207" y="1975104"/>
            <a:ext cx="4591251" cy="29077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8096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14400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78992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anomaly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078992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problem 4 veri noktasinda var.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2816352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AF7E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62656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27248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sonuc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127248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4/4 anomaly yakalandi, yanlis alarm yok.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6565392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4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711696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76288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sonucu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876288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anomaly yakalandi, 1 yanlis alarm olustu.</a:t>
            </a:r>
            <a:endParaRPr lang="en-US" sz="930" dirty="0"/>
          </a:p>
        </p:txBody>
      </p:sp>
      <p:sp>
        <p:nvSpPr>
          <p:cNvPr id="23" name="Shape 19"/>
          <p:cNvSpPr/>
          <p:nvPr/>
        </p:nvSpPr>
        <p:spPr>
          <a:xfrm>
            <a:off x="8613648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759952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924544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Yorum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924544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ve kisa sureli spike'larda bizim cozum daha temiz ayrim yapti.</a:t>
            </a:r>
            <a:endParaRPr lang="en-US" sz="930" dirty="0"/>
          </a:p>
        </p:txBody>
      </p:sp>
      <p:sp>
        <p:nvSpPr>
          <p:cNvPr id="27" name="Shape 23"/>
          <p:cNvSpPr/>
          <p:nvPr/>
        </p:nvSpPr>
        <p:spPr>
          <a:xfrm>
            <a:off x="566928" y="5687568"/>
            <a:ext cx="11036808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22960" y="5833872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grafikte solda final Anomaly Detector, sagda Elastic Machine Learning davranisi yer alir.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3102739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DATASET UZERINDE GORSEL DAVRANIS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Ornek senaryo 2: sinsi ama kalici seviye kaymasi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senaryo daha zordur; sistemin ani spike degil, zaman icine yayilan kaymayi ne kadar iyi gordugunu olcer.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21208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64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Anomaly Detector</a:t>
            </a:r>
            <a:endParaRPr lang="en-US" sz="1040" dirty="0"/>
          </a:p>
        </p:txBody>
      </p:sp>
      <p:pic>
        <p:nvPicPr>
          <p:cNvPr id="7" name="Image 0" descr="C:\Users\alpas\Documents\CodexSample\grafana-anomaly-lab\benchmarks\elastic_side_by_side\outputs\visual_report\subtle_level_shift_ewma.tuned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767" y="1975104"/>
            <a:ext cx="4591251" cy="29077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73368" y="1554480"/>
            <a:ext cx="523036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11112" y="1664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Machine Learning</a:t>
            </a:r>
            <a:endParaRPr lang="en-US" sz="1040" dirty="0"/>
          </a:p>
        </p:txBody>
      </p:sp>
      <p:pic>
        <p:nvPicPr>
          <p:cNvPr id="10" name="Image 1" descr="C:\Users\alpas\Documents\CodexSample\grafana-anomaly-lab\benchmarks\elastic_side_by_side\outputs\visual_report\subtle_level_shift_ewma.elastic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7207" y="1975104"/>
            <a:ext cx="4591251" cy="29077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8096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14400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78992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anomaly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078992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problem 12 veri noktasina yayildi.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2816352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AF7E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62656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27248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sonuc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127248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11/12 anomaly yakalandi, yanlis alarm yok.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6565392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4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711696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76288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sonucu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876288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10/12 anomaly yakalandi, 1 yanlis alarm olustu.</a:t>
            </a:r>
            <a:endParaRPr lang="en-US" sz="930" dirty="0"/>
          </a:p>
        </p:txBody>
      </p:sp>
      <p:sp>
        <p:nvSpPr>
          <p:cNvPr id="23" name="Shape 19"/>
          <p:cNvSpPr/>
          <p:nvPr/>
        </p:nvSpPr>
        <p:spPr>
          <a:xfrm>
            <a:off x="8613648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759952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924544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Yorum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924544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Zor senaryoda iki cozum de iyi, ama final Anomaly Detector biraz daha iyi.</a:t>
            </a:r>
            <a:endParaRPr lang="en-US" sz="930" dirty="0"/>
          </a:p>
        </p:txBody>
      </p:sp>
      <p:sp>
        <p:nvSpPr>
          <p:cNvPr id="27" name="Shape 23"/>
          <p:cNvSpPr/>
          <p:nvPr/>
        </p:nvSpPr>
        <p:spPr>
          <a:xfrm>
            <a:off x="566928" y="5687568"/>
            <a:ext cx="11036808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22960" y="5833872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senaryo, benchmark sonrasi yaptigimiz iyilestirmelerin neden gerekli oldugunu en net gosteren use case oldu.</a:t>
            </a:r>
            <a:endParaRPr lang="en-US" sz="910" dirty="0"/>
          </a:p>
        </p:txBody>
      </p:sp>
    </p:spTree>
    <p:extLst>
      <p:ext uri="{BB962C8B-B14F-4D97-AF65-F5344CB8AC3E}">
        <p14:creationId xmlns:p14="http://schemas.microsoft.com/office/powerpoint/2010/main" val="3942679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KAPASITE VE GUVENLI LIMIT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Grafana kesintisiz kalirken kac detector guvenle tasinabilir?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Buradaki karar, sadece sistem ayakta kaliyor mu sorusuna gore degil; gecikme payi, alarm isleme hizi ve operasyonel emniyet payi birlikte degerlendirilerek verildi.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85216" y="1591056"/>
            <a:ext cx="6446520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explained\capacity_explained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808" y="2451245"/>
            <a:ext cx="6080760" cy="23578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33488" y="1700784"/>
            <a:ext cx="331012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82880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detector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7479792" y="20848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Guvenli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79792" y="24505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saniyelik surekli testte sorun olusmadi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7333488" y="2999232"/>
            <a:ext cx="331012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127248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detector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7479792" y="3383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Riskli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479792" y="3749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Bazi olcumlerde isleme suresi risk esigini asti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7333488" y="4297680"/>
            <a:ext cx="3310128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4425696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detector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7479792" y="46817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Yuksek risk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479792" y="50474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esigi birden fazla kez asildi, emniyet payi daraldi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585216" y="5815584"/>
            <a:ext cx="10387584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59893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karar: sistem teknik olarak daha yuksege cikabilse de, operasyonel tarafta onerilen guvenli planlama limiti 300 dynamic detector olmalidir.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163378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 VE ONERI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benchmarktan hangi net karari cikarmaliyiz?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Sunumun sayisal ve gorsel tum bulgulari, urun ve operasyon tarafi icin birlikte okunacak sekilde burada ozetlendi.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609344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EAF7E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5564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71907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Urun karari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9264" y="2029968"/>
            <a:ext cx="2807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Anomaly Detector artik teknik deneme seviyesinin otesine gecmis durumda. Elastic ML'ye yakin olmanin otesinde, bu test veri setinde daha iyi sonuc verdi.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160520" y="1609344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6824" y="175564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171907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Operasyon karari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71416" y="2029968"/>
            <a:ext cx="2807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Canli kullanim ve kapasite planlamasi icin guvenli ust limit 300 dynamic detector olarak alinmali. 350 ve uzeri seviyeler ancak kontrollu ek testlerle dusunulmeli.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662672" y="1609344"/>
            <a:ext cx="3246120" cy="1335024"/>
          </a:xfrm>
          <a:prstGeom prst="roundRect">
            <a:avLst>
              <a:gd name="adj" fmla="val 4110"/>
            </a:avLst>
          </a:prstGeom>
          <a:solidFill>
            <a:srgbClr val="FFF4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08976" y="175564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3568" y="171907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Sunumun ana mesaji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73568" y="2029968"/>
            <a:ext cx="2807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benchmarkta gosterilen Anomaly Detector, urunde kullanilmasi hedeflenen final surumdur. Sunum, eski tuning ara adimlarini degil final sonucu anlatir.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58368" y="3255264"/>
            <a:ext cx="5084064" cy="1828800"/>
          </a:xfrm>
          <a:prstGeom prst="roundRect">
            <a:avLst>
              <a:gd name="adj" fmla="val 3000"/>
            </a:avLst>
          </a:prstGeom>
          <a:solidFill>
            <a:srgbClr val="F8FBF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40156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364992"/>
            <a:ext cx="4626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ekip icin sonraki adimlar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9264" y="3675888"/>
            <a:ext cx="46451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300 detector limiti ile prod rollout plani yap.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Render, alerting ve dashboard acik uzun sureli soak testini tekrar et.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Explainability gorunumlerini panelde daha da sadelestir.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Yeni use case geldikce labeled benchmark setini buyut.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907024" y="3255264"/>
            <a:ext cx="4992624" cy="1828800"/>
          </a:xfrm>
          <a:prstGeom prst="roundRect">
            <a:avLst>
              <a:gd name="adj" fmla="val 3000"/>
            </a:avLst>
          </a:prstGeom>
          <a:solidFill>
            <a:srgbClr val="F8FB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340156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364992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Yonetim icin okunacak cikarim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3675888"/>
            <a:ext cx="45537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cozum, kurumsal anomaly detection ihtiyaci icin uygulanabilir bir alternatif haline geldi. Teknik kalite yeterli, operasyonel limit biliniyor ve urunlestirme icin net bir yol haritasi olustu.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841248" y="553212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60136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Kalite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87552" y="591616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Hazir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7552" y="628192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ile gercek benchmark karsilastirmasi tamamlandi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456432" y="553212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21024" y="5660136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Kapasite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3602736" y="591616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Biliniyor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602736" y="628192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Onerilen ust limit 300 dynamic detector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071616" y="5532120"/>
            <a:ext cx="24231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5660136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Sunum dili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217920" y="591616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Sadelesti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17920" y="628192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Metrikler ve karar dili herkesin anlayacagi hale cevrildi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8686800" y="5532120"/>
            <a:ext cx="1993392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51392" y="566013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Karar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8833104" y="591616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2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 / pilot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833104" y="628192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Kontrollu genisleme icin uygun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2807469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1320</Words>
  <Application>Microsoft Office PowerPoint</Application>
  <PresentationFormat>Widescreen</PresentationFormat>
  <Paragraphs>151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ALPASLAN ÇETİN</dc:creator>
  <cp:lastModifiedBy>ALPASLAN ÇETİN</cp:lastModifiedBy>
  <cp:revision>1</cp:revision>
  <dcterms:created xsi:type="dcterms:W3CDTF">2026-03-28T06:12:40Z</dcterms:created>
  <dcterms:modified xsi:type="dcterms:W3CDTF">2026-03-28T06:12:41Z</dcterms:modified>
</cp:coreProperties>
</file>