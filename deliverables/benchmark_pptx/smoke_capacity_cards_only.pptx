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96112" y="1078992"/>
            <a:ext cx="109728" cy="731520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" y="11338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PASS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5568" y="1609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Soak verdict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15568" y="1901952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duration 1.28s tavaninda kaldi.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359152"/>
            <a:ext cx="109728" cy="731520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4140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350 RISK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28895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Borderline zone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3182112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ornekte 1.60s goruldu.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70332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639312"/>
            <a:ext cx="109728" cy="731520"/>
          </a:xfrm>
          <a:prstGeom prst="round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6941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 RISK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41696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without optimization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15568" y="4462272"/>
            <a:ext cx="320040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Iki ornekte 1.78s seviyesine cikti.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2026-03-28T05:35:51Z</dcterms:created>
  <dcterms:modified xsi:type="dcterms:W3CDTF">2026-03-28T05:35:51Z</dcterms:modified>
</cp:coreProperties>
</file>